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5"/>
  </p:notesMasterIdLst>
  <p:sldIdLst>
    <p:sldId id="257" r:id="rId2"/>
    <p:sldId id="256" r:id="rId3"/>
    <p:sldId id="258" r:id="rId4"/>
  </p:sldIdLst>
  <p:sldSz cx="12192000" cy="46974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83172" autoAdjust="0"/>
  </p:normalViewPr>
  <p:slideViewPr>
    <p:cSldViewPr snapToGrid="0">
      <p:cViewPr>
        <p:scale>
          <a:sx n="75" d="100"/>
          <a:sy n="75" d="100"/>
        </p:scale>
        <p:origin x="2856" y="9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595B52-898E-45AE-B004-2EF17EDC31CA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-574675" y="1143000"/>
            <a:ext cx="80073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7BA9B-9978-453A-B878-9C5B4806D0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7623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-574675" y="1143000"/>
            <a:ext cx="800735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s-ES" dirty="0"/>
              <a:t>Tulipa</a:t>
            </a:r>
          </a:p>
          <a:p>
            <a:pPr marL="228600" indent="-228600">
              <a:buAutoNum type="arabicPeriod"/>
            </a:pPr>
            <a:r>
              <a:rPr lang="es-ES" dirty="0"/>
              <a:t>Base</a:t>
            </a:r>
          </a:p>
          <a:p>
            <a:pPr marL="228600" indent="-228600">
              <a:buAutoNum type="arabicPeriod"/>
            </a:pPr>
            <a:r>
              <a:rPr lang="es-ES" dirty="0"/>
              <a:t>Led del botón</a:t>
            </a:r>
          </a:p>
          <a:p>
            <a:pPr marL="228600" indent="-228600">
              <a:buAutoNum type="arabicPeriod"/>
            </a:pPr>
            <a:r>
              <a:rPr lang="es-ES" dirty="0"/>
              <a:t>Botón</a:t>
            </a:r>
          </a:p>
          <a:p>
            <a:pPr marL="228600" indent="-228600">
              <a:buAutoNum type="arabicPeriod"/>
            </a:pPr>
            <a:r>
              <a:rPr lang="es-ES" dirty="0"/>
              <a:t>Puerto USB-c</a:t>
            </a:r>
          </a:p>
          <a:p>
            <a:pPr marL="228600" indent="-228600">
              <a:buAutoNum type="arabicPeriod"/>
            </a:pPr>
            <a:r>
              <a:rPr lang="es-ES" dirty="0"/>
              <a:t>Entrada de alimentación 5V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C7BA9B-9978-453A-B878-9C5B4806D03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696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768767"/>
            <a:ext cx="9144000" cy="1635396"/>
          </a:xfrm>
        </p:spPr>
        <p:txBody>
          <a:bodyPr anchor="b"/>
          <a:lstStyle>
            <a:lvl1pPr algn="ctr">
              <a:defRPr sz="411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2467230"/>
            <a:ext cx="9144000" cy="1134120"/>
          </a:xfrm>
        </p:spPr>
        <p:txBody>
          <a:bodyPr/>
          <a:lstStyle>
            <a:lvl1pPr marL="0" indent="0" algn="ctr">
              <a:buNone/>
              <a:defRPr sz="1644"/>
            </a:lvl1pPr>
            <a:lvl2pPr marL="313182" indent="0" algn="ctr">
              <a:buNone/>
              <a:defRPr sz="1370"/>
            </a:lvl2pPr>
            <a:lvl3pPr marL="626364" indent="0" algn="ctr">
              <a:buNone/>
              <a:defRPr sz="1233"/>
            </a:lvl3pPr>
            <a:lvl4pPr marL="939546" indent="0" algn="ctr">
              <a:buNone/>
              <a:defRPr sz="1096"/>
            </a:lvl4pPr>
            <a:lvl5pPr marL="1252728" indent="0" algn="ctr">
              <a:buNone/>
              <a:defRPr sz="1096"/>
            </a:lvl5pPr>
            <a:lvl6pPr marL="1565910" indent="0" algn="ctr">
              <a:buNone/>
              <a:defRPr sz="1096"/>
            </a:lvl6pPr>
            <a:lvl7pPr marL="1879092" indent="0" algn="ctr">
              <a:buNone/>
              <a:defRPr sz="1096"/>
            </a:lvl7pPr>
            <a:lvl8pPr marL="2192274" indent="0" algn="ctr">
              <a:buNone/>
              <a:defRPr sz="1096"/>
            </a:lvl8pPr>
            <a:lvl9pPr marL="2505456" indent="0" algn="ctr">
              <a:buNone/>
              <a:defRPr sz="1096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85FC8-DB57-485E-9A60-C6049377B8A3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983300-2DEF-4F0E-8866-2087270022B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2661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85FC8-DB57-485E-9A60-C6049377B8A3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983300-2DEF-4F0E-8866-2087270022B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164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171092"/>
            <a:ext cx="10515600" cy="1953993"/>
          </a:xfrm>
        </p:spPr>
        <p:txBody>
          <a:bodyPr anchor="b"/>
          <a:lstStyle>
            <a:lvl1pPr>
              <a:defRPr sz="411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3143570"/>
            <a:ext cx="10515600" cy="1027559"/>
          </a:xfrm>
        </p:spPr>
        <p:txBody>
          <a:bodyPr/>
          <a:lstStyle>
            <a:lvl1pPr marL="0" indent="0">
              <a:buNone/>
              <a:defRPr sz="1644">
                <a:solidFill>
                  <a:schemeClr val="tx1">
                    <a:tint val="82000"/>
                  </a:schemeClr>
                </a:solidFill>
              </a:defRPr>
            </a:lvl1pPr>
            <a:lvl2pPr marL="313182" indent="0">
              <a:buNone/>
              <a:defRPr sz="1370">
                <a:solidFill>
                  <a:schemeClr val="tx1">
                    <a:tint val="82000"/>
                  </a:schemeClr>
                </a:solidFill>
              </a:defRPr>
            </a:lvl2pPr>
            <a:lvl3pPr marL="626364" indent="0">
              <a:buNone/>
              <a:defRPr sz="1233">
                <a:solidFill>
                  <a:schemeClr val="tx1">
                    <a:tint val="82000"/>
                  </a:schemeClr>
                </a:solidFill>
              </a:defRPr>
            </a:lvl3pPr>
            <a:lvl4pPr marL="939546" indent="0">
              <a:buNone/>
              <a:defRPr sz="1096">
                <a:solidFill>
                  <a:schemeClr val="tx1">
                    <a:tint val="82000"/>
                  </a:schemeClr>
                </a:solidFill>
              </a:defRPr>
            </a:lvl4pPr>
            <a:lvl5pPr marL="1252728" indent="0">
              <a:buNone/>
              <a:defRPr sz="1096">
                <a:solidFill>
                  <a:schemeClr val="tx1">
                    <a:tint val="82000"/>
                  </a:schemeClr>
                </a:solidFill>
              </a:defRPr>
            </a:lvl5pPr>
            <a:lvl6pPr marL="1565910" indent="0">
              <a:buNone/>
              <a:defRPr sz="1096">
                <a:solidFill>
                  <a:schemeClr val="tx1">
                    <a:tint val="82000"/>
                  </a:schemeClr>
                </a:solidFill>
              </a:defRPr>
            </a:lvl6pPr>
            <a:lvl7pPr marL="1879092" indent="0">
              <a:buNone/>
              <a:defRPr sz="1096">
                <a:solidFill>
                  <a:schemeClr val="tx1">
                    <a:tint val="82000"/>
                  </a:schemeClr>
                </a:solidFill>
              </a:defRPr>
            </a:lvl7pPr>
            <a:lvl8pPr marL="2192274" indent="0">
              <a:buNone/>
              <a:defRPr sz="1096">
                <a:solidFill>
                  <a:schemeClr val="tx1">
                    <a:tint val="82000"/>
                  </a:schemeClr>
                </a:solidFill>
              </a:defRPr>
            </a:lvl8pPr>
            <a:lvl9pPr marL="2505456" indent="0">
              <a:buNone/>
              <a:defRPr sz="109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85FC8-DB57-485E-9A60-C6049377B8A3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983300-2DEF-4F0E-8866-2087270022B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241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250469"/>
            <a:ext cx="5181600" cy="2980465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250469"/>
            <a:ext cx="5181600" cy="2980465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85FC8-DB57-485E-9A60-C6049377B8A3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983300-2DEF-4F0E-8866-2087270022B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9793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50094"/>
            <a:ext cx="10515600" cy="907949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151519"/>
            <a:ext cx="5157787" cy="564342"/>
          </a:xfrm>
        </p:spPr>
        <p:txBody>
          <a:bodyPr anchor="b"/>
          <a:lstStyle>
            <a:lvl1pPr marL="0" indent="0">
              <a:buNone/>
              <a:defRPr sz="1644" b="1"/>
            </a:lvl1pPr>
            <a:lvl2pPr marL="313182" indent="0">
              <a:buNone/>
              <a:defRPr sz="1370" b="1"/>
            </a:lvl2pPr>
            <a:lvl3pPr marL="626364" indent="0">
              <a:buNone/>
              <a:defRPr sz="1233" b="1"/>
            </a:lvl3pPr>
            <a:lvl4pPr marL="939546" indent="0">
              <a:buNone/>
              <a:defRPr sz="1096" b="1"/>
            </a:lvl4pPr>
            <a:lvl5pPr marL="1252728" indent="0">
              <a:buNone/>
              <a:defRPr sz="1096" b="1"/>
            </a:lvl5pPr>
            <a:lvl6pPr marL="1565910" indent="0">
              <a:buNone/>
              <a:defRPr sz="1096" b="1"/>
            </a:lvl6pPr>
            <a:lvl7pPr marL="1879092" indent="0">
              <a:buNone/>
              <a:defRPr sz="1096" b="1"/>
            </a:lvl7pPr>
            <a:lvl8pPr marL="2192274" indent="0">
              <a:buNone/>
              <a:defRPr sz="1096" b="1"/>
            </a:lvl8pPr>
            <a:lvl9pPr marL="2505456" indent="0">
              <a:buNone/>
              <a:defRPr sz="1096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1715861"/>
            <a:ext cx="5157787" cy="252377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151519"/>
            <a:ext cx="5183188" cy="564342"/>
          </a:xfrm>
        </p:spPr>
        <p:txBody>
          <a:bodyPr anchor="b"/>
          <a:lstStyle>
            <a:lvl1pPr marL="0" indent="0">
              <a:buNone/>
              <a:defRPr sz="1644" b="1"/>
            </a:lvl1pPr>
            <a:lvl2pPr marL="313182" indent="0">
              <a:buNone/>
              <a:defRPr sz="1370" b="1"/>
            </a:lvl2pPr>
            <a:lvl3pPr marL="626364" indent="0">
              <a:buNone/>
              <a:defRPr sz="1233" b="1"/>
            </a:lvl3pPr>
            <a:lvl4pPr marL="939546" indent="0">
              <a:buNone/>
              <a:defRPr sz="1096" b="1"/>
            </a:lvl4pPr>
            <a:lvl5pPr marL="1252728" indent="0">
              <a:buNone/>
              <a:defRPr sz="1096" b="1"/>
            </a:lvl5pPr>
            <a:lvl6pPr marL="1565910" indent="0">
              <a:buNone/>
              <a:defRPr sz="1096" b="1"/>
            </a:lvl6pPr>
            <a:lvl7pPr marL="1879092" indent="0">
              <a:buNone/>
              <a:defRPr sz="1096" b="1"/>
            </a:lvl7pPr>
            <a:lvl8pPr marL="2192274" indent="0">
              <a:buNone/>
              <a:defRPr sz="1096" b="1"/>
            </a:lvl8pPr>
            <a:lvl9pPr marL="2505456" indent="0">
              <a:buNone/>
              <a:defRPr sz="1096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1715861"/>
            <a:ext cx="5183188" cy="252377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85FC8-DB57-485E-9A60-C6049377B8A3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983300-2DEF-4F0E-8866-2087270022B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064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85FC8-DB57-485E-9A60-C6049377B8A3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983300-2DEF-4F0E-8866-2087270022B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08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85FC8-DB57-485E-9A60-C6049377B8A3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983300-2DEF-4F0E-8866-2087270022B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97671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313161"/>
            <a:ext cx="3932237" cy="1096063"/>
          </a:xfrm>
        </p:spPr>
        <p:txBody>
          <a:bodyPr anchor="b"/>
          <a:lstStyle>
            <a:lvl1pPr>
              <a:defRPr sz="2192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676341"/>
            <a:ext cx="6172200" cy="3338208"/>
          </a:xfrm>
        </p:spPr>
        <p:txBody>
          <a:bodyPr/>
          <a:lstStyle>
            <a:lvl1pPr>
              <a:defRPr sz="2192"/>
            </a:lvl1pPr>
            <a:lvl2pPr>
              <a:defRPr sz="1918"/>
            </a:lvl2pPr>
            <a:lvl3pPr>
              <a:defRPr sz="1644"/>
            </a:lvl3pPr>
            <a:lvl4pPr>
              <a:defRPr sz="1370"/>
            </a:lvl4pPr>
            <a:lvl5pPr>
              <a:defRPr sz="1370"/>
            </a:lvl5pPr>
            <a:lvl6pPr>
              <a:defRPr sz="1370"/>
            </a:lvl6pPr>
            <a:lvl7pPr>
              <a:defRPr sz="1370"/>
            </a:lvl7pPr>
            <a:lvl8pPr>
              <a:defRPr sz="1370"/>
            </a:lvl8pPr>
            <a:lvl9pPr>
              <a:defRPr sz="137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1409224"/>
            <a:ext cx="3932237" cy="2610762"/>
          </a:xfrm>
        </p:spPr>
        <p:txBody>
          <a:bodyPr/>
          <a:lstStyle>
            <a:lvl1pPr marL="0" indent="0">
              <a:buNone/>
              <a:defRPr sz="1096"/>
            </a:lvl1pPr>
            <a:lvl2pPr marL="313182" indent="0">
              <a:buNone/>
              <a:defRPr sz="959"/>
            </a:lvl2pPr>
            <a:lvl3pPr marL="626364" indent="0">
              <a:buNone/>
              <a:defRPr sz="822"/>
            </a:lvl3pPr>
            <a:lvl4pPr marL="939546" indent="0">
              <a:buNone/>
              <a:defRPr sz="685"/>
            </a:lvl4pPr>
            <a:lvl5pPr marL="1252728" indent="0">
              <a:buNone/>
              <a:defRPr sz="685"/>
            </a:lvl5pPr>
            <a:lvl6pPr marL="1565910" indent="0">
              <a:buNone/>
              <a:defRPr sz="685"/>
            </a:lvl6pPr>
            <a:lvl7pPr marL="1879092" indent="0">
              <a:buNone/>
              <a:defRPr sz="685"/>
            </a:lvl7pPr>
            <a:lvl8pPr marL="2192274" indent="0">
              <a:buNone/>
              <a:defRPr sz="685"/>
            </a:lvl8pPr>
            <a:lvl9pPr marL="2505456" indent="0">
              <a:buNone/>
              <a:defRPr sz="685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85FC8-DB57-485E-9A60-C6049377B8A3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983300-2DEF-4F0E-8866-2087270022B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47472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313161"/>
            <a:ext cx="3932237" cy="1096063"/>
          </a:xfrm>
        </p:spPr>
        <p:txBody>
          <a:bodyPr anchor="b"/>
          <a:lstStyle>
            <a:lvl1pPr>
              <a:defRPr sz="2192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676341"/>
            <a:ext cx="6172200" cy="3338208"/>
          </a:xfrm>
        </p:spPr>
        <p:txBody>
          <a:bodyPr anchor="t"/>
          <a:lstStyle>
            <a:lvl1pPr marL="0" indent="0">
              <a:buNone/>
              <a:defRPr sz="2192"/>
            </a:lvl1pPr>
            <a:lvl2pPr marL="313182" indent="0">
              <a:buNone/>
              <a:defRPr sz="1918"/>
            </a:lvl2pPr>
            <a:lvl3pPr marL="626364" indent="0">
              <a:buNone/>
              <a:defRPr sz="1644"/>
            </a:lvl3pPr>
            <a:lvl4pPr marL="939546" indent="0">
              <a:buNone/>
              <a:defRPr sz="1370"/>
            </a:lvl4pPr>
            <a:lvl5pPr marL="1252728" indent="0">
              <a:buNone/>
              <a:defRPr sz="1370"/>
            </a:lvl5pPr>
            <a:lvl6pPr marL="1565910" indent="0">
              <a:buNone/>
              <a:defRPr sz="1370"/>
            </a:lvl6pPr>
            <a:lvl7pPr marL="1879092" indent="0">
              <a:buNone/>
              <a:defRPr sz="1370"/>
            </a:lvl7pPr>
            <a:lvl8pPr marL="2192274" indent="0">
              <a:buNone/>
              <a:defRPr sz="1370"/>
            </a:lvl8pPr>
            <a:lvl9pPr marL="2505456" indent="0">
              <a:buNone/>
              <a:defRPr sz="137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1409224"/>
            <a:ext cx="3932237" cy="2610762"/>
          </a:xfrm>
        </p:spPr>
        <p:txBody>
          <a:bodyPr/>
          <a:lstStyle>
            <a:lvl1pPr marL="0" indent="0">
              <a:buNone/>
              <a:defRPr sz="1096"/>
            </a:lvl1pPr>
            <a:lvl2pPr marL="313182" indent="0">
              <a:buNone/>
              <a:defRPr sz="959"/>
            </a:lvl2pPr>
            <a:lvl3pPr marL="626364" indent="0">
              <a:buNone/>
              <a:defRPr sz="822"/>
            </a:lvl3pPr>
            <a:lvl4pPr marL="939546" indent="0">
              <a:buNone/>
              <a:defRPr sz="685"/>
            </a:lvl4pPr>
            <a:lvl5pPr marL="1252728" indent="0">
              <a:buNone/>
              <a:defRPr sz="685"/>
            </a:lvl5pPr>
            <a:lvl6pPr marL="1565910" indent="0">
              <a:buNone/>
              <a:defRPr sz="685"/>
            </a:lvl6pPr>
            <a:lvl7pPr marL="1879092" indent="0">
              <a:buNone/>
              <a:defRPr sz="685"/>
            </a:lvl7pPr>
            <a:lvl8pPr marL="2192274" indent="0">
              <a:buNone/>
              <a:defRPr sz="685"/>
            </a:lvl8pPr>
            <a:lvl9pPr marL="2505456" indent="0">
              <a:buNone/>
              <a:defRPr sz="685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85FC8-DB57-485E-9A60-C6049377B8A3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983300-2DEF-4F0E-8866-2087270022B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802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85FC8-DB57-485E-9A60-C6049377B8A3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983300-2DEF-4F0E-8866-2087270022B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511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250094"/>
            <a:ext cx="2628900" cy="3980840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250094"/>
            <a:ext cx="7734300" cy="3980840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85FC8-DB57-485E-9A60-C6049377B8A3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983300-2DEF-4F0E-8866-2087270022B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7982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250094"/>
            <a:ext cx="10515600" cy="9079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250469"/>
            <a:ext cx="10515600" cy="29804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4353806"/>
            <a:ext cx="2743200" cy="25009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B85FC8-DB57-485E-9A60-C6049377B8A3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4353806"/>
            <a:ext cx="4114800" cy="25009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2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4353806"/>
            <a:ext cx="2743200" cy="25009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983300-2DEF-4F0E-8866-2087270022B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965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26364" rtl="0" eaLnBrk="1" latinLnBrk="0" hangingPunct="1">
        <a:lnSpc>
          <a:spcPct val="90000"/>
        </a:lnSpc>
        <a:spcBef>
          <a:spcPct val="0"/>
        </a:spcBef>
        <a:buNone/>
        <a:defRPr sz="301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6591" indent="-156591" algn="l" defTabSz="626364" rtl="0" eaLnBrk="1" latinLnBrk="0" hangingPunct="1">
        <a:lnSpc>
          <a:spcPct val="90000"/>
        </a:lnSpc>
        <a:spcBef>
          <a:spcPts val="685"/>
        </a:spcBef>
        <a:buFont typeface="Arial" panose="020B0604020202020204" pitchFamily="34" charset="0"/>
        <a:buChar char="•"/>
        <a:defRPr sz="1918" kern="1200">
          <a:solidFill>
            <a:schemeClr val="tx1"/>
          </a:solidFill>
          <a:latin typeface="+mn-lt"/>
          <a:ea typeface="+mn-ea"/>
          <a:cs typeface="+mn-cs"/>
        </a:defRPr>
      </a:lvl1pPr>
      <a:lvl2pPr marL="469773" indent="-156591" algn="l" defTabSz="626364" rtl="0" eaLnBrk="1" latinLnBrk="0" hangingPunct="1">
        <a:lnSpc>
          <a:spcPct val="90000"/>
        </a:lnSpc>
        <a:spcBef>
          <a:spcPts val="343"/>
        </a:spcBef>
        <a:buFont typeface="Arial" panose="020B0604020202020204" pitchFamily="34" charset="0"/>
        <a:buChar char="•"/>
        <a:defRPr sz="1644" kern="1200">
          <a:solidFill>
            <a:schemeClr val="tx1"/>
          </a:solidFill>
          <a:latin typeface="+mn-lt"/>
          <a:ea typeface="+mn-ea"/>
          <a:cs typeface="+mn-cs"/>
        </a:defRPr>
      </a:lvl2pPr>
      <a:lvl3pPr marL="782955" indent="-156591" algn="l" defTabSz="626364" rtl="0" eaLnBrk="1" latinLnBrk="0" hangingPunct="1">
        <a:lnSpc>
          <a:spcPct val="90000"/>
        </a:lnSpc>
        <a:spcBef>
          <a:spcPts val="343"/>
        </a:spcBef>
        <a:buFont typeface="Arial" panose="020B0604020202020204" pitchFamily="34" charset="0"/>
        <a:buChar char="•"/>
        <a:defRPr sz="1370" kern="1200">
          <a:solidFill>
            <a:schemeClr val="tx1"/>
          </a:solidFill>
          <a:latin typeface="+mn-lt"/>
          <a:ea typeface="+mn-ea"/>
          <a:cs typeface="+mn-cs"/>
        </a:defRPr>
      </a:lvl3pPr>
      <a:lvl4pPr marL="1096137" indent="-156591" algn="l" defTabSz="626364" rtl="0" eaLnBrk="1" latinLnBrk="0" hangingPunct="1">
        <a:lnSpc>
          <a:spcPct val="90000"/>
        </a:lnSpc>
        <a:spcBef>
          <a:spcPts val="343"/>
        </a:spcBef>
        <a:buFont typeface="Arial" panose="020B0604020202020204" pitchFamily="34" charset="0"/>
        <a:buChar char="•"/>
        <a:defRPr sz="1233" kern="1200">
          <a:solidFill>
            <a:schemeClr val="tx1"/>
          </a:solidFill>
          <a:latin typeface="+mn-lt"/>
          <a:ea typeface="+mn-ea"/>
          <a:cs typeface="+mn-cs"/>
        </a:defRPr>
      </a:lvl4pPr>
      <a:lvl5pPr marL="1409319" indent="-156591" algn="l" defTabSz="626364" rtl="0" eaLnBrk="1" latinLnBrk="0" hangingPunct="1">
        <a:lnSpc>
          <a:spcPct val="90000"/>
        </a:lnSpc>
        <a:spcBef>
          <a:spcPts val="343"/>
        </a:spcBef>
        <a:buFont typeface="Arial" panose="020B0604020202020204" pitchFamily="34" charset="0"/>
        <a:buChar char="•"/>
        <a:defRPr sz="1233" kern="1200">
          <a:solidFill>
            <a:schemeClr val="tx1"/>
          </a:solidFill>
          <a:latin typeface="+mn-lt"/>
          <a:ea typeface="+mn-ea"/>
          <a:cs typeface="+mn-cs"/>
        </a:defRPr>
      </a:lvl5pPr>
      <a:lvl6pPr marL="1722501" indent="-156591" algn="l" defTabSz="626364" rtl="0" eaLnBrk="1" latinLnBrk="0" hangingPunct="1">
        <a:lnSpc>
          <a:spcPct val="90000"/>
        </a:lnSpc>
        <a:spcBef>
          <a:spcPts val="343"/>
        </a:spcBef>
        <a:buFont typeface="Arial" panose="020B0604020202020204" pitchFamily="34" charset="0"/>
        <a:buChar char="•"/>
        <a:defRPr sz="1233" kern="1200">
          <a:solidFill>
            <a:schemeClr val="tx1"/>
          </a:solidFill>
          <a:latin typeface="+mn-lt"/>
          <a:ea typeface="+mn-ea"/>
          <a:cs typeface="+mn-cs"/>
        </a:defRPr>
      </a:lvl6pPr>
      <a:lvl7pPr marL="2035683" indent="-156591" algn="l" defTabSz="626364" rtl="0" eaLnBrk="1" latinLnBrk="0" hangingPunct="1">
        <a:lnSpc>
          <a:spcPct val="90000"/>
        </a:lnSpc>
        <a:spcBef>
          <a:spcPts val="343"/>
        </a:spcBef>
        <a:buFont typeface="Arial" panose="020B0604020202020204" pitchFamily="34" charset="0"/>
        <a:buChar char="•"/>
        <a:defRPr sz="1233" kern="1200">
          <a:solidFill>
            <a:schemeClr val="tx1"/>
          </a:solidFill>
          <a:latin typeface="+mn-lt"/>
          <a:ea typeface="+mn-ea"/>
          <a:cs typeface="+mn-cs"/>
        </a:defRPr>
      </a:lvl7pPr>
      <a:lvl8pPr marL="2348865" indent="-156591" algn="l" defTabSz="626364" rtl="0" eaLnBrk="1" latinLnBrk="0" hangingPunct="1">
        <a:lnSpc>
          <a:spcPct val="90000"/>
        </a:lnSpc>
        <a:spcBef>
          <a:spcPts val="343"/>
        </a:spcBef>
        <a:buFont typeface="Arial" panose="020B0604020202020204" pitchFamily="34" charset="0"/>
        <a:buChar char="•"/>
        <a:defRPr sz="1233" kern="1200">
          <a:solidFill>
            <a:schemeClr val="tx1"/>
          </a:solidFill>
          <a:latin typeface="+mn-lt"/>
          <a:ea typeface="+mn-ea"/>
          <a:cs typeface="+mn-cs"/>
        </a:defRPr>
      </a:lvl8pPr>
      <a:lvl9pPr marL="2662047" indent="-156591" algn="l" defTabSz="626364" rtl="0" eaLnBrk="1" latinLnBrk="0" hangingPunct="1">
        <a:lnSpc>
          <a:spcPct val="90000"/>
        </a:lnSpc>
        <a:spcBef>
          <a:spcPts val="343"/>
        </a:spcBef>
        <a:buFont typeface="Arial" panose="020B0604020202020204" pitchFamily="34" charset="0"/>
        <a:buChar char="•"/>
        <a:defRPr sz="12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26364" rtl="0" eaLnBrk="1" latinLnBrk="0" hangingPunct="1">
        <a:defRPr sz="1233" kern="1200">
          <a:solidFill>
            <a:schemeClr val="tx1"/>
          </a:solidFill>
          <a:latin typeface="+mn-lt"/>
          <a:ea typeface="+mn-ea"/>
          <a:cs typeface="+mn-cs"/>
        </a:defRPr>
      </a:lvl1pPr>
      <a:lvl2pPr marL="313182" algn="l" defTabSz="626364" rtl="0" eaLnBrk="1" latinLnBrk="0" hangingPunct="1">
        <a:defRPr sz="1233" kern="1200">
          <a:solidFill>
            <a:schemeClr val="tx1"/>
          </a:solidFill>
          <a:latin typeface="+mn-lt"/>
          <a:ea typeface="+mn-ea"/>
          <a:cs typeface="+mn-cs"/>
        </a:defRPr>
      </a:lvl2pPr>
      <a:lvl3pPr marL="626364" algn="l" defTabSz="626364" rtl="0" eaLnBrk="1" latinLnBrk="0" hangingPunct="1">
        <a:defRPr sz="1233" kern="1200">
          <a:solidFill>
            <a:schemeClr val="tx1"/>
          </a:solidFill>
          <a:latin typeface="+mn-lt"/>
          <a:ea typeface="+mn-ea"/>
          <a:cs typeface="+mn-cs"/>
        </a:defRPr>
      </a:lvl3pPr>
      <a:lvl4pPr marL="939546" algn="l" defTabSz="626364" rtl="0" eaLnBrk="1" latinLnBrk="0" hangingPunct="1">
        <a:defRPr sz="1233" kern="1200">
          <a:solidFill>
            <a:schemeClr val="tx1"/>
          </a:solidFill>
          <a:latin typeface="+mn-lt"/>
          <a:ea typeface="+mn-ea"/>
          <a:cs typeface="+mn-cs"/>
        </a:defRPr>
      </a:lvl4pPr>
      <a:lvl5pPr marL="1252728" algn="l" defTabSz="626364" rtl="0" eaLnBrk="1" latinLnBrk="0" hangingPunct="1">
        <a:defRPr sz="1233" kern="1200">
          <a:solidFill>
            <a:schemeClr val="tx1"/>
          </a:solidFill>
          <a:latin typeface="+mn-lt"/>
          <a:ea typeface="+mn-ea"/>
          <a:cs typeface="+mn-cs"/>
        </a:defRPr>
      </a:lvl5pPr>
      <a:lvl6pPr marL="1565910" algn="l" defTabSz="626364" rtl="0" eaLnBrk="1" latinLnBrk="0" hangingPunct="1">
        <a:defRPr sz="1233" kern="1200">
          <a:solidFill>
            <a:schemeClr val="tx1"/>
          </a:solidFill>
          <a:latin typeface="+mn-lt"/>
          <a:ea typeface="+mn-ea"/>
          <a:cs typeface="+mn-cs"/>
        </a:defRPr>
      </a:lvl6pPr>
      <a:lvl7pPr marL="1879092" algn="l" defTabSz="626364" rtl="0" eaLnBrk="1" latinLnBrk="0" hangingPunct="1">
        <a:defRPr sz="1233" kern="1200">
          <a:solidFill>
            <a:schemeClr val="tx1"/>
          </a:solidFill>
          <a:latin typeface="+mn-lt"/>
          <a:ea typeface="+mn-ea"/>
          <a:cs typeface="+mn-cs"/>
        </a:defRPr>
      </a:lvl7pPr>
      <a:lvl8pPr marL="2192274" algn="l" defTabSz="626364" rtl="0" eaLnBrk="1" latinLnBrk="0" hangingPunct="1">
        <a:defRPr sz="1233" kern="1200">
          <a:solidFill>
            <a:schemeClr val="tx1"/>
          </a:solidFill>
          <a:latin typeface="+mn-lt"/>
          <a:ea typeface="+mn-ea"/>
          <a:cs typeface="+mn-cs"/>
        </a:defRPr>
      </a:lvl8pPr>
      <a:lvl9pPr marL="2505456" algn="l" defTabSz="626364" rtl="0" eaLnBrk="1" latinLnBrk="0" hangingPunct="1">
        <a:defRPr sz="123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o 5">
            <a:extLst>
              <a:ext uri="{FF2B5EF4-FFF2-40B4-BE49-F238E27FC236}">
                <a16:creationId xmlns:a16="http://schemas.microsoft.com/office/drawing/2014/main" id="{950ABCA3-FB4B-6075-8B34-7F5C6E3FFAB7}"/>
              </a:ext>
            </a:extLst>
          </p:cNvPr>
          <p:cNvGrpSpPr/>
          <p:nvPr/>
        </p:nvGrpSpPr>
        <p:grpSpPr>
          <a:xfrm>
            <a:off x="617943" y="593895"/>
            <a:ext cx="11093101" cy="2400657"/>
            <a:chOff x="617943" y="270045"/>
            <a:chExt cx="11093101" cy="2400657"/>
          </a:xfrm>
        </p:grpSpPr>
        <p:sp>
          <p:nvSpPr>
            <p:cNvPr id="4" name="CuadroTexto 3">
              <a:extLst>
                <a:ext uri="{FF2B5EF4-FFF2-40B4-BE49-F238E27FC236}">
                  <a16:creationId xmlns:a16="http://schemas.microsoft.com/office/drawing/2014/main" id="{F1C82E41-CE32-D7DB-9A2A-7F54E8B38A25}"/>
                </a:ext>
              </a:extLst>
            </p:cNvPr>
            <p:cNvSpPr txBox="1"/>
            <p:nvPr/>
          </p:nvSpPr>
          <p:spPr>
            <a:xfrm>
              <a:off x="617943" y="270045"/>
              <a:ext cx="11093101" cy="24006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5000" dirty="0">
                  <a:gradFill flip="none" rotWithShape="1">
                    <a:gsLst>
                      <a:gs pos="0">
                        <a:schemeClr val="tx1">
                          <a:lumMod val="65000"/>
                          <a:lumOff val="35000"/>
                        </a:schemeClr>
                      </a:gs>
                      <a:gs pos="100000">
                        <a:schemeClr val="bg2">
                          <a:lumMod val="90000"/>
                        </a:schemeClr>
                      </a:gs>
                    </a:gsLst>
                    <a:lin ang="0" scaled="0"/>
                    <a:tileRect/>
                  </a:gradFill>
                  <a:latin typeface="AirbnbCereal_W_Blk Black" panose="020B0902020203020204" pitchFamily="34" charset="-18"/>
                  <a:ea typeface="AirbnbCereal_W_Blk Black" panose="020B0902020203020204" pitchFamily="34" charset="-18"/>
                  <a:cs typeface="AirbnbCereal_W_Blk Black" panose="020B0902020203020204" pitchFamily="34" charset="-18"/>
                </a:rPr>
                <a:t>STARLIGHT</a:t>
              </a:r>
              <a:endParaRPr lang="en-US" sz="15000" dirty="0">
                <a:gradFill flip="none" rotWithShape="1">
                  <a:gsLst>
                    <a:gs pos="0">
                      <a:schemeClr val="tx1">
                        <a:lumMod val="65000"/>
                        <a:lumOff val="35000"/>
                      </a:schemeClr>
                    </a:gs>
                    <a:gs pos="100000">
                      <a:schemeClr val="bg2">
                        <a:lumMod val="90000"/>
                      </a:schemeClr>
                    </a:gs>
                  </a:gsLst>
                  <a:lin ang="0" scaled="0"/>
                  <a:tileRect/>
                </a:gradFill>
                <a:latin typeface="AirbnbCereal_W_Blk Black" panose="020B0902020203020204" pitchFamily="34" charset="-18"/>
                <a:ea typeface="AirbnbCereal_W_Blk Black" panose="020B0902020203020204" pitchFamily="34" charset="-18"/>
                <a:cs typeface="AirbnbCereal_W_Blk Black" panose="020B0902020203020204" pitchFamily="34" charset="-18"/>
              </a:endParaRPr>
            </a:p>
          </p:txBody>
        </p:sp>
        <p:sp>
          <p:nvSpPr>
            <p:cNvPr id="5" name="CuadroTexto 4">
              <a:extLst>
                <a:ext uri="{FF2B5EF4-FFF2-40B4-BE49-F238E27FC236}">
                  <a16:creationId xmlns:a16="http://schemas.microsoft.com/office/drawing/2014/main" id="{6D3FE57D-0319-B33B-0635-7C898E0F47BA}"/>
                </a:ext>
              </a:extLst>
            </p:cNvPr>
            <p:cNvSpPr txBox="1"/>
            <p:nvPr/>
          </p:nvSpPr>
          <p:spPr>
            <a:xfrm>
              <a:off x="3642007" y="2301370"/>
              <a:ext cx="50449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i="1" dirty="0">
                  <a:gradFill>
                    <a:gsLst>
                      <a:gs pos="0">
                        <a:schemeClr val="tx1">
                          <a:lumMod val="65000"/>
                          <a:lumOff val="35000"/>
                        </a:schemeClr>
                      </a:gs>
                      <a:gs pos="100000">
                        <a:schemeClr val="bg2">
                          <a:lumMod val="79000"/>
                        </a:schemeClr>
                      </a:gs>
                    </a:gsLst>
                    <a:lin ang="0" scaled="0"/>
                  </a:gradFill>
                  <a:latin typeface="Arial" panose="020B0604020202020204" pitchFamily="34" charset="0"/>
                  <a:cs typeface="Arial" panose="020B0604020202020204" pitchFamily="34" charset="0"/>
                </a:rPr>
                <a:t>Una lámpara estelar para una doctora galáctica</a:t>
              </a:r>
              <a:endParaRPr lang="en-US" i="1" dirty="0">
                <a:gradFill>
                  <a:gsLst>
                    <a:gs pos="0">
                      <a:schemeClr val="tx1">
                        <a:lumMod val="65000"/>
                        <a:lumOff val="35000"/>
                      </a:schemeClr>
                    </a:gs>
                    <a:gs pos="100000">
                      <a:schemeClr val="bg2">
                        <a:lumMod val="79000"/>
                      </a:schemeClr>
                    </a:gs>
                  </a:gsLst>
                  <a:lin ang="0" scaled="0"/>
                </a:gra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98119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upo 26">
            <a:extLst>
              <a:ext uri="{FF2B5EF4-FFF2-40B4-BE49-F238E27FC236}">
                <a16:creationId xmlns:a16="http://schemas.microsoft.com/office/drawing/2014/main" id="{A2D28B58-BEA3-EEEE-251A-92C97898A3C5}"/>
              </a:ext>
            </a:extLst>
          </p:cNvPr>
          <p:cNvGrpSpPr/>
          <p:nvPr/>
        </p:nvGrpSpPr>
        <p:grpSpPr>
          <a:xfrm>
            <a:off x="264679" y="512941"/>
            <a:ext cx="5510293" cy="4981301"/>
            <a:chOff x="775274" y="632248"/>
            <a:chExt cx="4619687" cy="4176194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921D431B-DFBD-7AC4-7D79-DC388D45B97C}"/>
                </a:ext>
              </a:extLst>
            </p:cNvPr>
            <p:cNvGrpSpPr/>
            <p:nvPr/>
          </p:nvGrpSpPr>
          <p:grpSpPr>
            <a:xfrm>
              <a:off x="1026034" y="632248"/>
              <a:ext cx="4368927" cy="4176194"/>
              <a:chOff x="998601" y="1124712"/>
              <a:chExt cx="3644646" cy="3483864"/>
            </a:xfrm>
          </p:grpSpPr>
          <p:sp>
            <p:nvSpPr>
              <p:cNvPr id="5" name="Círculo parcial 4">
                <a:extLst>
                  <a:ext uri="{FF2B5EF4-FFF2-40B4-BE49-F238E27FC236}">
                    <a16:creationId xmlns:a16="http://schemas.microsoft.com/office/drawing/2014/main" id="{CDF859D9-9B6C-9934-5C2F-E0B247B07940}"/>
                  </a:ext>
                </a:extLst>
              </p:cNvPr>
              <p:cNvSpPr/>
              <p:nvPr/>
            </p:nvSpPr>
            <p:spPr>
              <a:xfrm>
                <a:off x="1078992" y="1124712"/>
                <a:ext cx="3483864" cy="3483864"/>
              </a:xfrm>
              <a:prstGeom prst="pie">
                <a:avLst>
                  <a:gd name="adj1" fmla="val 10795504"/>
                  <a:gd name="adj2" fmla="val 2506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Rectángulo 6">
                <a:extLst>
                  <a:ext uri="{FF2B5EF4-FFF2-40B4-BE49-F238E27FC236}">
                    <a16:creationId xmlns:a16="http://schemas.microsoft.com/office/drawing/2014/main" id="{DDF97074-112B-6775-1F8A-982AAE9EE13B}"/>
                  </a:ext>
                </a:extLst>
              </p:cNvPr>
              <p:cNvSpPr/>
              <p:nvPr/>
            </p:nvSpPr>
            <p:spPr>
              <a:xfrm>
                <a:off x="998601" y="2861881"/>
                <a:ext cx="3644646" cy="813816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Elipse 7">
                <a:extLst>
                  <a:ext uri="{FF2B5EF4-FFF2-40B4-BE49-F238E27FC236}">
                    <a16:creationId xmlns:a16="http://schemas.microsoft.com/office/drawing/2014/main" id="{A69036B3-F80D-9D6E-7A8C-4BDD4ADEEF9B}"/>
                  </a:ext>
                </a:extLst>
              </p:cNvPr>
              <p:cNvSpPr/>
              <p:nvPr/>
            </p:nvSpPr>
            <p:spPr>
              <a:xfrm>
                <a:off x="2546699" y="2994564"/>
                <a:ext cx="548449" cy="548449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Elipse 8">
                <a:extLst>
                  <a:ext uri="{FF2B5EF4-FFF2-40B4-BE49-F238E27FC236}">
                    <a16:creationId xmlns:a16="http://schemas.microsoft.com/office/drawing/2014/main" id="{0B0A88F9-03A3-BF55-4A85-7829D9A52218}"/>
                  </a:ext>
                </a:extLst>
              </p:cNvPr>
              <p:cNvSpPr/>
              <p:nvPr/>
            </p:nvSpPr>
            <p:spPr>
              <a:xfrm>
                <a:off x="2603705" y="3051570"/>
                <a:ext cx="434436" cy="43443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0" name="CuadroTexto 19">
              <a:extLst>
                <a:ext uri="{FF2B5EF4-FFF2-40B4-BE49-F238E27FC236}">
                  <a16:creationId xmlns:a16="http://schemas.microsoft.com/office/drawing/2014/main" id="{D974572E-D0B2-C8F6-5C0E-09831264405A}"/>
                </a:ext>
              </a:extLst>
            </p:cNvPr>
            <p:cNvSpPr txBox="1"/>
            <p:nvPr/>
          </p:nvSpPr>
          <p:spPr>
            <a:xfrm>
              <a:off x="1824875" y="735141"/>
              <a:ext cx="3200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AA0302E3-0B07-E0D8-CFAC-B9D20378AC82}"/>
                </a:ext>
              </a:extLst>
            </p:cNvPr>
            <p:cNvSpPr txBox="1"/>
            <p:nvPr/>
          </p:nvSpPr>
          <p:spPr>
            <a:xfrm>
              <a:off x="775274" y="3093458"/>
              <a:ext cx="3200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5DCF93B5-37C3-CFA3-2F0D-70B146463E6F}"/>
                </a:ext>
              </a:extLst>
            </p:cNvPr>
            <p:cNvSpPr txBox="1"/>
            <p:nvPr/>
          </p:nvSpPr>
          <p:spPr>
            <a:xfrm>
              <a:off x="2662809" y="2820429"/>
              <a:ext cx="320040" cy="30963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s-ES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E69D69E4-9C62-90BB-8F1A-D2DD3C70DBB9}"/>
                </a:ext>
              </a:extLst>
            </p:cNvPr>
            <p:cNvSpPr txBox="1"/>
            <p:nvPr/>
          </p:nvSpPr>
          <p:spPr>
            <a:xfrm>
              <a:off x="3050474" y="3053285"/>
              <a:ext cx="320040" cy="30963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s-ES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endPara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6" name="Grupo 25">
            <a:extLst>
              <a:ext uri="{FF2B5EF4-FFF2-40B4-BE49-F238E27FC236}">
                <a16:creationId xmlns:a16="http://schemas.microsoft.com/office/drawing/2014/main" id="{BFB12AEF-BE38-03C1-2553-61FD5BAC64D1}"/>
              </a:ext>
            </a:extLst>
          </p:cNvPr>
          <p:cNvGrpSpPr/>
          <p:nvPr/>
        </p:nvGrpSpPr>
        <p:grpSpPr>
          <a:xfrm>
            <a:off x="6607902" y="507231"/>
            <a:ext cx="5211190" cy="4981301"/>
            <a:chOff x="6472810" y="626538"/>
            <a:chExt cx="4368927" cy="4176194"/>
          </a:xfrm>
        </p:grpSpPr>
        <p:sp>
          <p:nvSpPr>
            <p:cNvPr id="12" name="Círculo parcial 11">
              <a:extLst>
                <a:ext uri="{FF2B5EF4-FFF2-40B4-BE49-F238E27FC236}">
                  <a16:creationId xmlns:a16="http://schemas.microsoft.com/office/drawing/2014/main" id="{32380130-6B18-30E0-E300-E41F872D4018}"/>
                </a:ext>
              </a:extLst>
            </p:cNvPr>
            <p:cNvSpPr/>
            <p:nvPr/>
          </p:nvSpPr>
          <p:spPr>
            <a:xfrm>
              <a:off x="6569175" y="626538"/>
              <a:ext cx="4176194" cy="4176194"/>
            </a:xfrm>
            <a:prstGeom prst="pie">
              <a:avLst>
                <a:gd name="adj1" fmla="val 10795504"/>
                <a:gd name="adj2" fmla="val 2506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Rectángulo 12">
              <a:extLst>
                <a:ext uri="{FF2B5EF4-FFF2-40B4-BE49-F238E27FC236}">
                  <a16:creationId xmlns:a16="http://schemas.microsoft.com/office/drawing/2014/main" id="{C6355F7C-277D-3CBE-9C3E-28C5217CE602}"/>
                </a:ext>
              </a:extLst>
            </p:cNvPr>
            <p:cNvSpPr/>
            <p:nvPr/>
          </p:nvSpPr>
          <p:spPr>
            <a:xfrm>
              <a:off x="6472810" y="2708927"/>
              <a:ext cx="4368927" cy="97554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Elipse 15">
              <a:extLst>
                <a:ext uri="{FF2B5EF4-FFF2-40B4-BE49-F238E27FC236}">
                  <a16:creationId xmlns:a16="http://schemas.microsoft.com/office/drawing/2014/main" id="{F9FBAF84-A4AA-7A40-3A05-0D78A0145811}"/>
                </a:ext>
              </a:extLst>
            </p:cNvPr>
            <p:cNvSpPr/>
            <p:nvPr/>
          </p:nvSpPr>
          <p:spPr>
            <a:xfrm>
              <a:off x="8541936" y="3108637"/>
              <a:ext cx="230670" cy="230670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Elipse 16">
              <a:extLst>
                <a:ext uri="{FF2B5EF4-FFF2-40B4-BE49-F238E27FC236}">
                  <a16:creationId xmlns:a16="http://schemas.microsoft.com/office/drawing/2014/main" id="{8DFFF8DB-53FE-3B3E-4C95-9E6015173CF4}"/>
                </a:ext>
              </a:extLst>
            </p:cNvPr>
            <p:cNvSpPr/>
            <p:nvPr/>
          </p:nvSpPr>
          <p:spPr>
            <a:xfrm>
              <a:off x="8607421" y="3174122"/>
              <a:ext cx="99700" cy="997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ángulo: esquinas redondeadas 17">
              <a:extLst>
                <a:ext uri="{FF2B5EF4-FFF2-40B4-BE49-F238E27FC236}">
                  <a16:creationId xmlns:a16="http://schemas.microsoft.com/office/drawing/2014/main" id="{0A5597E5-488C-03E8-F58B-14EAA123F2A2}"/>
                </a:ext>
              </a:extLst>
            </p:cNvPr>
            <p:cNvSpPr/>
            <p:nvPr/>
          </p:nvSpPr>
          <p:spPr>
            <a:xfrm>
              <a:off x="7779378" y="3297606"/>
              <a:ext cx="476250" cy="165185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ángulo: esquinas redondeadas 18">
              <a:extLst>
                <a:ext uri="{FF2B5EF4-FFF2-40B4-BE49-F238E27FC236}">
                  <a16:creationId xmlns:a16="http://schemas.microsoft.com/office/drawing/2014/main" id="{6D22A4F3-5DC3-C869-DE10-F8B5D9D9A3E9}"/>
                </a:ext>
              </a:extLst>
            </p:cNvPr>
            <p:cNvSpPr/>
            <p:nvPr/>
          </p:nvSpPr>
          <p:spPr>
            <a:xfrm>
              <a:off x="7811674" y="3355916"/>
              <a:ext cx="411658" cy="48563"/>
            </a:xfrm>
            <a:prstGeom prst="round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E4ABE2EA-BB63-4228-2D51-B34F7428C871}"/>
                </a:ext>
              </a:extLst>
            </p:cNvPr>
            <p:cNvSpPr txBox="1"/>
            <p:nvPr/>
          </p:nvSpPr>
          <p:spPr>
            <a:xfrm>
              <a:off x="7514890" y="3223972"/>
              <a:ext cx="320040" cy="30963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s-ES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  <a:endPara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B919F70E-781D-BD5F-6822-FF6DA836D77F}"/>
                </a:ext>
              </a:extLst>
            </p:cNvPr>
            <p:cNvSpPr txBox="1"/>
            <p:nvPr/>
          </p:nvSpPr>
          <p:spPr>
            <a:xfrm>
              <a:off x="8738873" y="3060009"/>
              <a:ext cx="320040" cy="30963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s-ES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6</a:t>
              </a:r>
              <a:endPara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8" name="CuadroTexto 27">
            <a:extLst>
              <a:ext uri="{FF2B5EF4-FFF2-40B4-BE49-F238E27FC236}">
                <a16:creationId xmlns:a16="http://schemas.microsoft.com/office/drawing/2014/main" id="{7AA40C07-9A86-B26B-6EE3-3BBBC8B9D075}"/>
              </a:ext>
            </a:extLst>
          </p:cNvPr>
          <p:cNvSpPr txBox="1"/>
          <p:nvPr/>
        </p:nvSpPr>
        <p:spPr>
          <a:xfrm>
            <a:off x="2042671" y="66697"/>
            <a:ext cx="22534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Frontal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9B04D1FB-F364-1A8B-862D-3FE74C69787A}"/>
              </a:ext>
            </a:extLst>
          </p:cNvPr>
          <p:cNvSpPr txBox="1"/>
          <p:nvPr/>
        </p:nvSpPr>
        <p:spPr>
          <a:xfrm>
            <a:off x="8086793" y="66697"/>
            <a:ext cx="22534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Trasera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86561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upo 41">
            <a:extLst>
              <a:ext uri="{FF2B5EF4-FFF2-40B4-BE49-F238E27FC236}">
                <a16:creationId xmlns:a16="http://schemas.microsoft.com/office/drawing/2014/main" id="{BC20A17D-C422-161D-0C29-EA6EAE6D7A1A}"/>
              </a:ext>
            </a:extLst>
          </p:cNvPr>
          <p:cNvGrpSpPr/>
          <p:nvPr/>
        </p:nvGrpSpPr>
        <p:grpSpPr>
          <a:xfrm>
            <a:off x="736600" y="225875"/>
            <a:ext cx="11007271" cy="4245662"/>
            <a:chOff x="1614327" y="445293"/>
            <a:chExt cx="9469144" cy="3652384"/>
          </a:xfrm>
        </p:grpSpPr>
        <p:sp>
          <p:nvSpPr>
            <p:cNvPr id="29" name="Forma libre: forma 28">
              <a:extLst>
                <a:ext uri="{FF2B5EF4-FFF2-40B4-BE49-F238E27FC236}">
                  <a16:creationId xmlns:a16="http://schemas.microsoft.com/office/drawing/2014/main" id="{952F6626-C29F-B3E4-75D2-1BA89E6B4253}"/>
                </a:ext>
              </a:extLst>
            </p:cNvPr>
            <p:cNvSpPr/>
            <p:nvPr/>
          </p:nvSpPr>
          <p:spPr>
            <a:xfrm>
              <a:off x="1935843" y="2724035"/>
              <a:ext cx="3461657" cy="1088572"/>
            </a:xfrm>
            <a:custGeom>
              <a:avLst/>
              <a:gdLst>
                <a:gd name="csX0" fmla="*/ 3461657 w 3461657"/>
                <a:gd name="csY0" fmla="*/ 0 h 1088572"/>
                <a:gd name="csX1" fmla="*/ 3055257 w 3461657"/>
                <a:gd name="csY1" fmla="*/ 0 h 1088572"/>
                <a:gd name="csX2" fmla="*/ 3055257 w 3461657"/>
                <a:gd name="csY2" fmla="*/ 1088572 h 1088572"/>
                <a:gd name="csX3" fmla="*/ 0 w 3461657"/>
                <a:gd name="csY3" fmla="*/ 1088572 h 1088572"/>
                <a:gd name="csX4" fmla="*/ 0 w 3461657"/>
                <a:gd name="csY4" fmla="*/ 602343 h 10885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461657" h="1088572">
                  <a:moveTo>
                    <a:pt x="3461657" y="0"/>
                  </a:moveTo>
                  <a:lnTo>
                    <a:pt x="3055257" y="0"/>
                  </a:lnTo>
                  <a:lnTo>
                    <a:pt x="3055257" y="1088572"/>
                  </a:lnTo>
                  <a:lnTo>
                    <a:pt x="0" y="1088572"/>
                  </a:lnTo>
                  <a:lnTo>
                    <a:pt x="0" y="602343"/>
                  </a:lnTo>
                </a:path>
              </a:pathLst>
            </a:custGeom>
            <a:noFill/>
            <a:ln>
              <a:solidFill>
                <a:srgbClr val="FFCC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orma libre: forma 17">
              <a:extLst>
                <a:ext uri="{FF2B5EF4-FFF2-40B4-BE49-F238E27FC236}">
                  <a16:creationId xmlns:a16="http://schemas.microsoft.com/office/drawing/2014/main" id="{F0062608-DB49-8C44-6C88-A955C0C57810}"/>
                </a:ext>
              </a:extLst>
            </p:cNvPr>
            <p:cNvSpPr/>
            <p:nvPr/>
          </p:nvSpPr>
          <p:spPr>
            <a:xfrm>
              <a:off x="2355850" y="2473663"/>
              <a:ext cx="3028950" cy="929481"/>
            </a:xfrm>
            <a:custGeom>
              <a:avLst/>
              <a:gdLst>
                <a:gd name="csX0" fmla="*/ 3028950 w 3028950"/>
                <a:gd name="csY0" fmla="*/ 0 h 895350"/>
                <a:gd name="csX1" fmla="*/ 2203450 w 3028950"/>
                <a:gd name="csY1" fmla="*/ 0 h 895350"/>
                <a:gd name="csX2" fmla="*/ 2203450 w 3028950"/>
                <a:gd name="csY2" fmla="*/ 895350 h 895350"/>
                <a:gd name="csX3" fmla="*/ 0 w 3028950"/>
                <a:gd name="csY3" fmla="*/ 895350 h 895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028950" h="895350">
                  <a:moveTo>
                    <a:pt x="3028950" y="0"/>
                  </a:moveTo>
                  <a:lnTo>
                    <a:pt x="2203450" y="0"/>
                  </a:lnTo>
                  <a:lnTo>
                    <a:pt x="2203450" y="895350"/>
                  </a:lnTo>
                  <a:lnTo>
                    <a:pt x="0" y="895350"/>
                  </a:lnTo>
                </a:path>
              </a:pathLst>
            </a:cu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orma libre: forma 19">
              <a:extLst>
                <a:ext uri="{FF2B5EF4-FFF2-40B4-BE49-F238E27FC236}">
                  <a16:creationId xmlns:a16="http://schemas.microsoft.com/office/drawing/2014/main" id="{A6E5DD34-60A2-0207-C725-093D2A6ED1B8}"/>
                </a:ext>
              </a:extLst>
            </p:cNvPr>
            <p:cNvSpPr/>
            <p:nvPr/>
          </p:nvSpPr>
          <p:spPr>
            <a:xfrm>
              <a:off x="2374900" y="2340314"/>
              <a:ext cx="3016250" cy="888020"/>
            </a:xfrm>
            <a:custGeom>
              <a:avLst/>
              <a:gdLst>
                <a:gd name="csX0" fmla="*/ 3016250 w 3016250"/>
                <a:gd name="csY0" fmla="*/ 0 h 831850"/>
                <a:gd name="csX1" fmla="*/ 2038350 w 3016250"/>
                <a:gd name="csY1" fmla="*/ 0 h 831850"/>
                <a:gd name="csX2" fmla="*/ 2038350 w 3016250"/>
                <a:gd name="csY2" fmla="*/ 831850 h 831850"/>
                <a:gd name="csX3" fmla="*/ 0 w 3016250"/>
                <a:gd name="csY3" fmla="*/ 831850 h 8318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016250" h="831850">
                  <a:moveTo>
                    <a:pt x="3016250" y="0"/>
                  </a:moveTo>
                  <a:lnTo>
                    <a:pt x="2038350" y="0"/>
                  </a:lnTo>
                  <a:lnTo>
                    <a:pt x="2038350" y="831850"/>
                  </a:lnTo>
                  <a:lnTo>
                    <a:pt x="0" y="831850"/>
                  </a:lnTo>
                </a:path>
              </a:pathLst>
            </a:cu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orma libre: forma 21">
              <a:extLst>
                <a:ext uri="{FF2B5EF4-FFF2-40B4-BE49-F238E27FC236}">
                  <a16:creationId xmlns:a16="http://schemas.microsoft.com/office/drawing/2014/main" id="{56252EB6-BFBE-5A7C-CCFA-3D23FC343FFE}"/>
                </a:ext>
              </a:extLst>
            </p:cNvPr>
            <p:cNvSpPr/>
            <p:nvPr/>
          </p:nvSpPr>
          <p:spPr>
            <a:xfrm>
              <a:off x="2273300" y="2206964"/>
              <a:ext cx="3111500" cy="838200"/>
            </a:xfrm>
            <a:custGeom>
              <a:avLst/>
              <a:gdLst>
                <a:gd name="csX0" fmla="*/ 3111500 w 3111500"/>
                <a:gd name="csY0" fmla="*/ 0 h 838200"/>
                <a:gd name="csX1" fmla="*/ 1981200 w 3111500"/>
                <a:gd name="csY1" fmla="*/ 0 h 838200"/>
                <a:gd name="csX2" fmla="*/ 1981200 w 3111500"/>
                <a:gd name="csY2" fmla="*/ 838200 h 838200"/>
                <a:gd name="csX3" fmla="*/ 0 w 3111500"/>
                <a:gd name="csY3" fmla="*/ 838200 h 8382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111500" h="838200">
                  <a:moveTo>
                    <a:pt x="3111500" y="0"/>
                  </a:moveTo>
                  <a:lnTo>
                    <a:pt x="1981200" y="0"/>
                  </a:lnTo>
                  <a:lnTo>
                    <a:pt x="1981200" y="838200"/>
                  </a:lnTo>
                  <a:lnTo>
                    <a:pt x="0" y="838200"/>
                  </a:lnTo>
                </a:path>
              </a:pathLst>
            </a:cu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Imagen 4" descr="Interfaz de usuario gráfica, Aplicación&#10;&#10;El contenido generado por IA puede ser incorrecto.">
              <a:extLst>
                <a:ext uri="{FF2B5EF4-FFF2-40B4-BE49-F238E27FC236}">
                  <a16:creationId xmlns:a16="http://schemas.microsoft.com/office/drawing/2014/main" id="{10538638-6BC8-28F4-C4AD-459E5ADFC06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895" t="1082" r="33057" b="17656"/>
            <a:stretch>
              <a:fillRect/>
            </a:stretch>
          </p:blipFill>
          <p:spPr>
            <a:xfrm>
              <a:off x="5361614" y="1664493"/>
              <a:ext cx="986171" cy="1240971"/>
            </a:xfrm>
            <a:prstGeom prst="rect">
              <a:avLst/>
            </a:prstGeom>
          </p:spPr>
        </p:pic>
        <p:sp>
          <p:nvSpPr>
            <p:cNvPr id="7" name="Forma libre: forma 6">
              <a:extLst>
                <a:ext uri="{FF2B5EF4-FFF2-40B4-BE49-F238E27FC236}">
                  <a16:creationId xmlns:a16="http://schemas.microsoft.com/office/drawing/2014/main" id="{88F207EA-C28B-7644-F1D7-6C1234EAAA11}"/>
                </a:ext>
              </a:extLst>
            </p:cNvPr>
            <p:cNvSpPr/>
            <p:nvPr/>
          </p:nvSpPr>
          <p:spPr>
            <a:xfrm>
              <a:off x="2944586" y="713807"/>
              <a:ext cx="2445657" cy="1110343"/>
            </a:xfrm>
            <a:custGeom>
              <a:avLst/>
              <a:gdLst>
                <a:gd name="csX0" fmla="*/ 2445657 w 2445657"/>
                <a:gd name="csY0" fmla="*/ 1110343 h 1110343"/>
                <a:gd name="csX1" fmla="*/ 0 w 2445657"/>
                <a:gd name="csY1" fmla="*/ 1110343 h 1110343"/>
                <a:gd name="csX2" fmla="*/ 0 w 2445657"/>
                <a:gd name="csY2" fmla="*/ 0 h 1110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445657" h="1110343">
                  <a:moveTo>
                    <a:pt x="2445657" y="1110343"/>
                  </a:moveTo>
                  <a:lnTo>
                    <a:pt x="0" y="1110343"/>
                  </a:lnTo>
                  <a:lnTo>
                    <a:pt x="0" y="0"/>
                  </a:lnTo>
                </a:path>
              </a:pathLst>
            </a:cu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orma libre: forma 7">
              <a:extLst>
                <a:ext uri="{FF2B5EF4-FFF2-40B4-BE49-F238E27FC236}">
                  <a16:creationId xmlns:a16="http://schemas.microsoft.com/office/drawing/2014/main" id="{6F281511-56D1-0B2D-AF74-45438584E3B9}"/>
                </a:ext>
              </a:extLst>
            </p:cNvPr>
            <p:cNvSpPr/>
            <p:nvPr/>
          </p:nvSpPr>
          <p:spPr>
            <a:xfrm>
              <a:off x="2788957" y="742836"/>
              <a:ext cx="2601286" cy="1210128"/>
            </a:xfrm>
            <a:custGeom>
              <a:avLst/>
              <a:gdLst>
                <a:gd name="csX0" fmla="*/ 2445657 w 2445657"/>
                <a:gd name="csY0" fmla="*/ 1110343 h 1110343"/>
                <a:gd name="csX1" fmla="*/ 0 w 2445657"/>
                <a:gd name="csY1" fmla="*/ 1110343 h 1110343"/>
                <a:gd name="csX2" fmla="*/ 0 w 2445657"/>
                <a:gd name="csY2" fmla="*/ 0 h 1110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445657" h="1110343">
                  <a:moveTo>
                    <a:pt x="2445657" y="1110343"/>
                  </a:moveTo>
                  <a:lnTo>
                    <a:pt x="0" y="1110343"/>
                  </a:lnTo>
                  <a:lnTo>
                    <a:pt x="0" y="0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ángulo: esquinas redondeadas 5">
              <a:extLst>
                <a:ext uri="{FF2B5EF4-FFF2-40B4-BE49-F238E27FC236}">
                  <a16:creationId xmlns:a16="http://schemas.microsoft.com/office/drawing/2014/main" id="{8B61A8AB-097E-06AE-6106-8BDDBD08BF8F}"/>
                </a:ext>
              </a:extLst>
            </p:cNvPr>
            <p:cNvSpPr/>
            <p:nvPr/>
          </p:nvSpPr>
          <p:spPr>
            <a:xfrm>
              <a:off x="2690586" y="445293"/>
              <a:ext cx="355600" cy="312057"/>
            </a:xfrm>
            <a:prstGeom prst="roundRect">
              <a:avLst>
                <a:gd name="adj" fmla="val 35272"/>
              </a:avLst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orma libre: forma 14">
              <a:extLst>
                <a:ext uri="{FF2B5EF4-FFF2-40B4-BE49-F238E27FC236}">
                  <a16:creationId xmlns:a16="http://schemas.microsoft.com/office/drawing/2014/main" id="{DD9B4027-467E-1139-66A8-0AE4116D0D73}"/>
                </a:ext>
              </a:extLst>
            </p:cNvPr>
            <p:cNvSpPr/>
            <p:nvPr/>
          </p:nvSpPr>
          <p:spPr>
            <a:xfrm flipV="1">
              <a:off x="2030659" y="2083593"/>
              <a:ext cx="3359583" cy="985384"/>
            </a:xfrm>
            <a:custGeom>
              <a:avLst/>
              <a:gdLst>
                <a:gd name="csX0" fmla="*/ 2445657 w 2445657"/>
                <a:gd name="csY0" fmla="*/ 1110343 h 1110343"/>
                <a:gd name="csX1" fmla="*/ 0 w 2445657"/>
                <a:gd name="csY1" fmla="*/ 1110343 h 1110343"/>
                <a:gd name="csX2" fmla="*/ 0 w 2445657"/>
                <a:gd name="csY2" fmla="*/ 0 h 1110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445657" h="1110343">
                  <a:moveTo>
                    <a:pt x="2445657" y="1110343"/>
                  </a:moveTo>
                  <a:lnTo>
                    <a:pt x="0" y="1110343"/>
                  </a:lnTo>
                  <a:lnTo>
                    <a:pt x="0" y="0"/>
                  </a:lnTo>
                </a:path>
              </a:pathLst>
            </a:cu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orma libre: forma 22">
              <a:extLst>
                <a:ext uri="{FF2B5EF4-FFF2-40B4-BE49-F238E27FC236}">
                  <a16:creationId xmlns:a16="http://schemas.microsoft.com/office/drawing/2014/main" id="{5EFB737F-856F-8A5E-C9A9-D1A938FA04CB}"/>
                </a:ext>
              </a:extLst>
            </p:cNvPr>
            <p:cNvSpPr/>
            <p:nvPr/>
          </p:nvSpPr>
          <p:spPr>
            <a:xfrm>
              <a:off x="1873250" y="1414802"/>
              <a:ext cx="914400" cy="1585912"/>
            </a:xfrm>
            <a:custGeom>
              <a:avLst/>
              <a:gdLst>
                <a:gd name="csX0" fmla="*/ 914400 w 914400"/>
                <a:gd name="csY0" fmla="*/ 0 h 1352550"/>
                <a:gd name="csX1" fmla="*/ 0 w 914400"/>
                <a:gd name="csY1" fmla="*/ 0 h 1352550"/>
                <a:gd name="csX2" fmla="*/ 0 w 914400"/>
                <a:gd name="csY2" fmla="*/ 1352550 h 13525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914400" h="1352550">
                  <a:moveTo>
                    <a:pt x="914400" y="0"/>
                  </a:moveTo>
                  <a:lnTo>
                    <a:pt x="0" y="0"/>
                  </a:lnTo>
                  <a:lnTo>
                    <a:pt x="0" y="1352550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Elipse 23">
              <a:extLst>
                <a:ext uri="{FF2B5EF4-FFF2-40B4-BE49-F238E27FC236}">
                  <a16:creationId xmlns:a16="http://schemas.microsoft.com/office/drawing/2014/main" id="{5FE698A9-7103-3013-E3E2-12439F2BDAAA}"/>
                </a:ext>
              </a:extLst>
            </p:cNvPr>
            <p:cNvSpPr/>
            <p:nvPr/>
          </p:nvSpPr>
          <p:spPr>
            <a:xfrm>
              <a:off x="2747743" y="1377710"/>
              <a:ext cx="81122" cy="8112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6" name="Picture 2" descr="Everything You Need to Know About 220-Ohm Resistor Color Code">
              <a:extLst>
                <a:ext uri="{FF2B5EF4-FFF2-40B4-BE49-F238E27FC236}">
                  <a16:creationId xmlns:a16="http://schemas.microsoft.com/office/drawing/2014/main" id="{660C250F-6B52-9DB1-11D1-7DD7285983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224" t="46367" r="20822" b="34573"/>
            <a:stretch>
              <a:fillRect/>
            </a:stretch>
          </p:blipFill>
          <p:spPr bwMode="auto">
            <a:xfrm>
              <a:off x="2761804" y="2977103"/>
              <a:ext cx="423766" cy="1469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6" name="Picture 2" descr="Everything You Need to Know About 220-Ohm Resistor Color Code">
              <a:extLst>
                <a:ext uri="{FF2B5EF4-FFF2-40B4-BE49-F238E27FC236}">
                  <a16:creationId xmlns:a16="http://schemas.microsoft.com/office/drawing/2014/main" id="{46C88291-F410-F1DF-96CA-D8D871AF874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224" t="46367" r="20822" b="34573"/>
            <a:stretch>
              <a:fillRect/>
            </a:stretch>
          </p:blipFill>
          <p:spPr bwMode="auto">
            <a:xfrm>
              <a:off x="2761804" y="3157284"/>
              <a:ext cx="423766" cy="1469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7" name="Picture 2" descr="Everything You Need to Know About 220-Ohm Resistor Color Code">
              <a:extLst>
                <a:ext uri="{FF2B5EF4-FFF2-40B4-BE49-F238E27FC236}">
                  <a16:creationId xmlns:a16="http://schemas.microsoft.com/office/drawing/2014/main" id="{5394BC3B-0AC3-FB46-DF6C-63BD02100C9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224" t="46367" r="20822" b="34573"/>
            <a:stretch>
              <a:fillRect/>
            </a:stretch>
          </p:blipFill>
          <p:spPr bwMode="auto">
            <a:xfrm>
              <a:off x="2761804" y="3335373"/>
              <a:ext cx="423766" cy="1469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8" name="Grupo 27">
              <a:extLst>
                <a:ext uri="{FF2B5EF4-FFF2-40B4-BE49-F238E27FC236}">
                  <a16:creationId xmlns:a16="http://schemas.microsoft.com/office/drawing/2014/main" id="{B0E06EDB-71E1-33B1-7031-6A1E54F5B7CF}"/>
                </a:ext>
              </a:extLst>
            </p:cNvPr>
            <p:cNvGrpSpPr/>
            <p:nvPr/>
          </p:nvGrpSpPr>
          <p:grpSpPr>
            <a:xfrm>
              <a:off x="1614327" y="2818986"/>
              <a:ext cx="784184" cy="784184"/>
              <a:chOff x="1855627" y="2656722"/>
              <a:chExt cx="784184" cy="784184"/>
            </a:xfrm>
          </p:grpSpPr>
          <p:sp>
            <p:nvSpPr>
              <p:cNvPr id="9" name="Elipse 8">
                <a:extLst>
                  <a:ext uri="{FF2B5EF4-FFF2-40B4-BE49-F238E27FC236}">
                    <a16:creationId xmlns:a16="http://schemas.microsoft.com/office/drawing/2014/main" id="{11003A3B-0829-43B0-BE2F-AC5B9C20C7AA}"/>
                  </a:ext>
                </a:extLst>
              </p:cNvPr>
              <p:cNvSpPr/>
              <p:nvPr/>
            </p:nvSpPr>
            <p:spPr>
              <a:xfrm>
                <a:off x="1855627" y="2656722"/>
                <a:ext cx="784184" cy="784184"/>
              </a:xfrm>
              <a:prstGeom prst="ellipse">
                <a:avLst/>
              </a:prstGeom>
              <a:gradFill>
                <a:gsLst>
                  <a:gs pos="7000">
                    <a:schemeClr val="accent6"/>
                  </a:gs>
                  <a:gs pos="55000">
                    <a:srgbClr val="00B0F0"/>
                  </a:gs>
                  <a:gs pos="100000">
                    <a:srgbClr val="FF0000"/>
                  </a:gs>
                </a:gsLst>
                <a:lin ang="5400000" scaled="1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Elipse 9">
                <a:extLst>
                  <a:ext uri="{FF2B5EF4-FFF2-40B4-BE49-F238E27FC236}">
                    <a16:creationId xmlns:a16="http://schemas.microsoft.com/office/drawing/2014/main" id="{B61769FD-E9C4-BEA7-73CF-DDAEFDDF21DA}"/>
                  </a:ext>
                </a:extLst>
              </p:cNvPr>
              <p:cNvSpPr/>
              <p:nvPr/>
            </p:nvSpPr>
            <p:spPr>
              <a:xfrm>
                <a:off x="1937136" y="2738231"/>
                <a:ext cx="621166" cy="62116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0" name="Forma libre: forma 29">
              <a:extLst>
                <a:ext uri="{FF2B5EF4-FFF2-40B4-BE49-F238E27FC236}">
                  <a16:creationId xmlns:a16="http://schemas.microsoft.com/office/drawing/2014/main" id="{8F424DBA-D587-855A-39ED-C85EFBB153B1}"/>
                </a:ext>
              </a:extLst>
            </p:cNvPr>
            <p:cNvSpPr/>
            <p:nvPr/>
          </p:nvSpPr>
          <p:spPr>
            <a:xfrm>
              <a:off x="5470071" y="1265350"/>
              <a:ext cx="2706689" cy="1756228"/>
            </a:xfrm>
            <a:custGeom>
              <a:avLst/>
              <a:gdLst>
                <a:gd name="csX0" fmla="*/ 0 w 2837543"/>
                <a:gd name="csY0" fmla="*/ 1335314 h 1756228"/>
                <a:gd name="csX1" fmla="*/ 166915 w 2837543"/>
                <a:gd name="csY1" fmla="*/ 1335314 h 1756228"/>
                <a:gd name="csX2" fmla="*/ 166915 w 2837543"/>
                <a:gd name="csY2" fmla="*/ 1756228 h 1756228"/>
                <a:gd name="csX3" fmla="*/ 1168400 w 2837543"/>
                <a:gd name="csY3" fmla="*/ 1756228 h 1756228"/>
                <a:gd name="csX4" fmla="*/ 1168400 w 2837543"/>
                <a:gd name="csY4" fmla="*/ 0 h 1756228"/>
                <a:gd name="csX5" fmla="*/ 2837543 w 2837543"/>
                <a:gd name="csY5" fmla="*/ 0 h 17562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837543" h="1756228">
                  <a:moveTo>
                    <a:pt x="0" y="1335314"/>
                  </a:moveTo>
                  <a:lnTo>
                    <a:pt x="166915" y="1335314"/>
                  </a:lnTo>
                  <a:lnTo>
                    <a:pt x="166915" y="1756228"/>
                  </a:lnTo>
                  <a:lnTo>
                    <a:pt x="1168400" y="1756228"/>
                  </a:lnTo>
                  <a:lnTo>
                    <a:pt x="1168400" y="0"/>
                  </a:lnTo>
                  <a:lnTo>
                    <a:pt x="2837543" y="0"/>
                  </a:lnTo>
                </a:path>
              </a:pathLst>
            </a:custGeom>
            <a:noFill/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orma libre: forma 30">
              <a:extLst>
                <a:ext uri="{FF2B5EF4-FFF2-40B4-BE49-F238E27FC236}">
                  <a16:creationId xmlns:a16="http://schemas.microsoft.com/office/drawing/2014/main" id="{4CF70869-A77F-2349-21EE-5ABB6603A048}"/>
                </a:ext>
              </a:extLst>
            </p:cNvPr>
            <p:cNvSpPr/>
            <p:nvPr/>
          </p:nvSpPr>
          <p:spPr>
            <a:xfrm>
              <a:off x="2787651" y="1414802"/>
              <a:ext cx="5183422" cy="0"/>
            </a:xfrm>
            <a:custGeom>
              <a:avLst/>
              <a:gdLst>
                <a:gd name="csX0" fmla="*/ 0 w 5434013"/>
                <a:gd name="csY0" fmla="*/ 0 h 0"/>
                <a:gd name="csX1" fmla="*/ 5434013 w 5434013"/>
                <a:gd name="csY1" fmla="*/ 0 h 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34013">
                  <a:moveTo>
                    <a:pt x="0" y="0"/>
                  </a:moveTo>
                  <a:lnTo>
                    <a:pt x="5434013" y="0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Forma libre: forma 31">
              <a:extLst>
                <a:ext uri="{FF2B5EF4-FFF2-40B4-BE49-F238E27FC236}">
                  <a16:creationId xmlns:a16="http://schemas.microsoft.com/office/drawing/2014/main" id="{55F47CCB-0DF9-4DC8-C6FC-989E1C841EEA}"/>
                </a:ext>
              </a:extLst>
            </p:cNvPr>
            <p:cNvSpPr/>
            <p:nvPr/>
          </p:nvSpPr>
          <p:spPr>
            <a:xfrm>
              <a:off x="2951843" y="1120207"/>
              <a:ext cx="5184936" cy="0"/>
            </a:xfrm>
            <a:custGeom>
              <a:avLst/>
              <a:gdLst>
                <a:gd name="csX0" fmla="*/ 0 w 5435600"/>
                <a:gd name="csY0" fmla="*/ 0 h 0"/>
                <a:gd name="csX1" fmla="*/ 5435600 w 5435600"/>
                <a:gd name="csY1" fmla="*/ 0 h 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35600">
                  <a:moveTo>
                    <a:pt x="0" y="0"/>
                  </a:moveTo>
                  <a:lnTo>
                    <a:pt x="5435600" y="0"/>
                  </a:lnTo>
                </a:path>
              </a:pathLst>
            </a:cu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Elipse 32">
              <a:extLst>
                <a:ext uri="{FF2B5EF4-FFF2-40B4-BE49-F238E27FC236}">
                  <a16:creationId xmlns:a16="http://schemas.microsoft.com/office/drawing/2014/main" id="{F180006B-4A06-8AAE-E54A-4EB329CDD2DB}"/>
                </a:ext>
              </a:extLst>
            </p:cNvPr>
            <p:cNvSpPr/>
            <p:nvPr/>
          </p:nvSpPr>
          <p:spPr>
            <a:xfrm>
              <a:off x="2904770" y="1079907"/>
              <a:ext cx="81122" cy="81122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8" name="Grupo 37">
              <a:extLst>
                <a:ext uri="{FF2B5EF4-FFF2-40B4-BE49-F238E27FC236}">
                  <a16:creationId xmlns:a16="http://schemas.microsoft.com/office/drawing/2014/main" id="{6E06AF2F-F4F7-6277-3568-55FCE7FA85F8}"/>
                </a:ext>
              </a:extLst>
            </p:cNvPr>
            <p:cNvGrpSpPr/>
            <p:nvPr/>
          </p:nvGrpSpPr>
          <p:grpSpPr>
            <a:xfrm>
              <a:off x="7974692" y="1179843"/>
              <a:ext cx="1166813" cy="868371"/>
              <a:chOff x="8502650" y="1017579"/>
              <a:chExt cx="1166813" cy="868371"/>
            </a:xfrm>
          </p:grpSpPr>
          <p:sp>
            <p:nvSpPr>
              <p:cNvPr id="35" name="Forma libre: forma 34">
                <a:extLst>
                  <a:ext uri="{FF2B5EF4-FFF2-40B4-BE49-F238E27FC236}">
                    <a16:creationId xmlns:a16="http://schemas.microsoft.com/office/drawing/2014/main" id="{8660B9AE-032B-E928-310C-3C19C12FAA71}"/>
                  </a:ext>
                </a:extLst>
              </p:cNvPr>
              <p:cNvSpPr/>
              <p:nvPr/>
            </p:nvSpPr>
            <p:spPr>
              <a:xfrm>
                <a:off x="8502650" y="1270000"/>
                <a:ext cx="927100" cy="615950"/>
              </a:xfrm>
              <a:custGeom>
                <a:avLst/>
                <a:gdLst>
                  <a:gd name="csX0" fmla="*/ 0 w 927100"/>
                  <a:gd name="csY0" fmla="*/ 0 h 615950"/>
                  <a:gd name="csX1" fmla="*/ 927100 w 927100"/>
                  <a:gd name="csY1" fmla="*/ 615950 h 6159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27100" h="615950">
                    <a:moveTo>
                      <a:pt x="0" y="0"/>
                    </a:moveTo>
                    <a:lnTo>
                      <a:pt x="927100" y="615950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orma libre: forma 35">
                <a:extLst>
                  <a:ext uri="{FF2B5EF4-FFF2-40B4-BE49-F238E27FC236}">
                    <a16:creationId xmlns:a16="http://schemas.microsoft.com/office/drawing/2014/main" id="{37D4581A-77C5-1A3B-8835-C2E222EA6622}"/>
                  </a:ext>
                </a:extLst>
              </p:cNvPr>
              <p:cNvSpPr/>
              <p:nvPr/>
            </p:nvSpPr>
            <p:spPr>
              <a:xfrm>
                <a:off x="8615023" y="1150258"/>
                <a:ext cx="927100" cy="615950"/>
              </a:xfrm>
              <a:custGeom>
                <a:avLst/>
                <a:gdLst>
                  <a:gd name="csX0" fmla="*/ 0 w 927100"/>
                  <a:gd name="csY0" fmla="*/ 0 h 615950"/>
                  <a:gd name="csX1" fmla="*/ 927100 w 927100"/>
                  <a:gd name="csY1" fmla="*/ 615950 h 6159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27100" h="615950">
                    <a:moveTo>
                      <a:pt x="0" y="0"/>
                    </a:moveTo>
                    <a:lnTo>
                      <a:pt x="927100" y="615950"/>
                    </a:lnTo>
                  </a:path>
                </a:pathLst>
              </a:custGeom>
              <a:noFill/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Forma libre: forma 36">
                <a:extLst>
                  <a:ext uri="{FF2B5EF4-FFF2-40B4-BE49-F238E27FC236}">
                    <a16:creationId xmlns:a16="http://schemas.microsoft.com/office/drawing/2014/main" id="{D5B8B215-033F-DE3C-2097-236D1359C74F}"/>
                  </a:ext>
                </a:extLst>
              </p:cNvPr>
              <p:cNvSpPr/>
              <p:nvPr/>
            </p:nvSpPr>
            <p:spPr>
              <a:xfrm>
                <a:off x="8742363" y="1017579"/>
                <a:ext cx="927100" cy="615950"/>
              </a:xfrm>
              <a:custGeom>
                <a:avLst/>
                <a:gdLst>
                  <a:gd name="csX0" fmla="*/ 0 w 927100"/>
                  <a:gd name="csY0" fmla="*/ 0 h 615950"/>
                  <a:gd name="csX1" fmla="*/ 927100 w 927100"/>
                  <a:gd name="csY1" fmla="*/ 615950 h 6159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927100" h="615950">
                    <a:moveTo>
                      <a:pt x="0" y="0"/>
                    </a:moveTo>
                    <a:lnTo>
                      <a:pt x="927100" y="615950"/>
                    </a:lnTo>
                  </a:path>
                </a:pathLst>
              </a:cu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4" name="Grupo 33">
              <a:extLst>
                <a:ext uri="{FF2B5EF4-FFF2-40B4-BE49-F238E27FC236}">
                  <a16:creationId xmlns:a16="http://schemas.microsoft.com/office/drawing/2014/main" id="{1A2A24BB-365A-905C-63C9-151E160DF4AF}"/>
                </a:ext>
              </a:extLst>
            </p:cNvPr>
            <p:cNvGrpSpPr/>
            <p:nvPr/>
          </p:nvGrpSpPr>
          <p:grpSpPr>
            <a:xfrm>
              <a:off x="7585528" y="599734"/>
              <a:ext cx="3497943" cy="3497943"/>
              <a:chOff x="8113486" y="437470"/>
              <a:chExt cx="3497943" cy="3497943"/>
            </a:xfrm>
          </p:grpSpPr>
          <p:sp>
            <p:nvSpPr>
              <p:cNvPr id="11" name="Círculo: vacío 10">
                <a:extLst>
                  <a:ext uri="{FF2B5EF4-FFF2-40B4-BE49-F238E27FC236}">
                    <a16:creationId xmlns:a16="http://schemas.microsoft.com/office/drawing/2014/main" id="{2FC5AC96-F3F0-0C9E-88AB-6B3563FA2E15}"/>
                  </a:ext>
                </a:extLst>
              </p:cNvPr>
              <p:cNvSpPr/>
              <p:nvPr/>
            </p:nvSpPr>
            <p:spPr>
              <a:xfrm>
                <a:off x="8113486" y="437470"/>
                <a:ext cx="3497943" cy="3497943"/>
              </a:xfrm>
              <a:prstGeom prst="donut">
                <a:avLst>
                  <a:gd name="adj" fmla="val 7218"/>
                </a:avLst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Círculo: vacío 11">
                <a:extLst>
                  <a:ext uri="{FF2B5EF4-FFF2-40B4-BE49-F238E27FC236}">
                    <a16:creationId xmlns:a16="http://schemas.microsoft.com/office/drawing/2014/main" id="{A4EF4233-D7D0-4384-FE53-F4071CBC7F22}"/>
                  </a:ext>
                </a:extLst>
              </p:cNvPr>
              <p:cNvSpPr/>
              <p:nvPr/>
            </p:nvSpPr>
            <p:spPr>
              <a:xfrm>
                <a:off x="8507413" y="831170"/>
                <a:ext cx="2706688" cy="2706688"/>
              </a:xfrm>
              <a:prstGeom prst="donut">
                <a:avLst>
                  <a:gd name="adj" fmla="val 8833"/>
                </a:avLst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Círculo: vacío 12">
                <a:extLst>
                  <a:ext uri="{FF2B5EF4-FFF2-40B4-BE49-F238E27FC236}">
                    <a16:creationId xmlns:a16="http://schemas.microsoft.com/office/drawing/2014/main" id="{F908599A-BA05-EC10-0F22-A1A4A3F2C942}"/>
                  </a:ext>
                </a:extLst>
              </p:cNvPr>
              <p:cNvSpPr/>
              <p:nvPr/>
            </p:nvSpPr>
            <p:spPr>
              <a:xfrm>
                <a:off x="8868229" y="1185636"/>
                <a:ext cx="2001631" cy="2001631"/>
              </a:xfrm>
              <a:prstGeom prst="donut">
                <a:avLst>
                  <a:gd name="adj" fmla="val 12200"/>
                </a:avLst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4" name="Círculo: vacío 13">
                <a:extLst>
                  <a:ext uri="{FF2B5EF4-FFF2-40B4-BE49-F238E27FC236}">
                    <a16:creationId xmlns:a16="http://schemas.microsoft.com/office/drawing/2014/main" id="{5E1D9AA2-9370-EB46-8E01-C6E861352CBE}"/>
                  </a:ext>
                </a:extLst>
              </p:cNvPr>
              <p:cNvSpPr/>
              <p:nvPr/>
            </p:nvSpPr>
            <p:spPr>
              <a:xfrm>
                <a:off x="9238116" y="1549400"/>
                <a:ext cx="1271824" cy="1271824"/>
              </a:xfrm>
              <a:prstGeom prst="donut">
                <a:avLst>
                  <a:gd name="adj" fmla="val 19089"/>
                </a:avLst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39" name="CuadroTexto 38">
              <a:extLst>
                <a:ext uri="{FF2B5EF4-FFF2-40B4-BE49-F238E27FC236}">
                  <a16:creationId xmlns:a16="http://schemas.microsoft.com/office/drawing/2014/main" id="{97A2E98B-941E-79B6-DA05-3FD396CD7962}"/>
                </a:ext>
              </a:extLst>
            </p:cNvPr>
            <p:cNvSpPr txBox="1"/>
            <p:nvPr/>
          </p:nvSpPr>
          <p:spPr>
            <a:xfrm>
              <a:off x="2941210" y="732329"/>
              <a:ext cx="4667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dirty="0">
                  <a:latin typeface="Arial" panose="020B0604020202020204" pitchFamily="34" charset="0"/>
                  <a:cs typeface="Arial" panose="020B0604020202020204" pitchFamily="34" charset="0"/>
                </a:rPr>
                <a:t>5V</a:t>
              </a:r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0" name="CuadroTexto 39">
              <a:extLst>
                <a:ext uri="{FF2B5EF4-FFF2-40B4-BE49-F238E27FC236}">
                  <a16:creationId xmlns:a16="http://schemas.microsoft.com/office/drawing/2014/main" id="{1C27A694-977E-B2CB-9831-8A2ADBE86D3C}"/>
                </a:ext>
              </a:extLst>
            </p:cNvPr>
            <p:cNvSpPr txBox="1"/>
            <p:nvPr/>
          </p:nvSpPr>
          <p:spPr>
            <a:xfrm>
              <a:off x="2103883" y="733418"/>
              <a:ext cx="6976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dirty="0">
                  <a:latin typeface="Arial" panose="020B0604020202020204" pitchFamily="34" charset="0"/>
                  <a:cs typeface="Arial" panose="020B0604020202020204" pitchFamily="34" charset="0"/>
                </a:rPr>
                <a:t>GND</a:t>
              </a:r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A4F43E96-EA8E-8D29-3949-CA4069BB0F01}"/>
                </a:ext>
              </a:extLst>
            </p:cNvPr>
            <p:cNvSpPr txBox="1"/>
            <p:nvPr/>
          </p:nvSpPr>
          <p:spPr>
            <a:xfrm>
              <a:off x="2687584" y="2740884"/>
              <a:ext cx="5549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>
                  <a:latin typeface="Arial" panose="020B0604020202020204" pitchFamily="34" charset="0"/>
                  <a:cs typeface="Arial" panose="020B0604020202020204" pitchFamily="34" charset="0"/>
                </a:rPr>
                <a:t>220</a:t>
              </a:r>
              <a:r>
                <a:rPr lang="el-GR" sz="1200" dirty="0">
                  <a:latin typeface="Arial" panose="020B0604020202020204" pitchFamily="34" charset="0"/>
                  <a:cs typeface="Arial" panose="020B0604020202020204" pitchFamily="34" charset="0"/>
                </a:rPr>
                <a:t>Ω</a:t>
              </a:r>
              <a:endParaRPr lang="en-US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4890029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114</TotalTime>
  <Words>33</Words>
  <Application>Microsoft Office PowerPoint</Application>
  <PresentationFormat>Personalizado</PresentationFormat>
  <Paragraphs>20</Paragraphs>
  <Slides>3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8" baseType="lpstr">
      <vt:lpstr>AirbnbCereal_W_Blk Black</vt:lpstr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GUILLERMO CAMACHO VILLAR</dc:creator>
  <cp:lastModifiedBy>GUILLERMO CAMACHO VILLAR</cp:lastModifiedBy>
  <cp:revision>6</cp:revision>
  <dcterms:created xsi:type="dcterms:W3CDTF">2025-12-18T01:27:47Z</dcterms:created>
  <dcterms:modified xsi:type="dcterms:W3CDTF">2025-12-19T00:35:35Z</dcterms:modified>
</cp:coreProperties>
</file>