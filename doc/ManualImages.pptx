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7" r:id="rId2"/>
    <p:sldId id="256" r:id="rId3"/>
  </p:sldIdLst>
  <p:sldSz cx="12192000" cy="4697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3172" autoAdjust="0"/>
  </p:normalViewPr>
  <p:slideViewPr>
    <p:cSldViewPr snapToGrid="0">
      <p:cViewPr>
        <p:scale>
          <a:sx n="100" d="100"/>
          <a:sy n="100" d="100"/>
        </p:scale>
        <p:origin x="18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95B52-898E-45AE-B004-2EF17EDC31C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574675" y="1143000"/>
            <a:ext cx="8007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7BA9B-9978-453A-B878-9C5B4806D0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2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74675" y="1143000"/>
            <a:ext cx="800735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s-ES" dirty="0"/>
              <a:t>Tulipa</a:t>
            </a:r>
          </a:p>
          <a:p>
            <a:pPr marL="228600" indent="-228600">
              <a:buAutoNum type="arabicPeriod"/>
            </a:pPr>
            <a:r>
              <a:rPr lang="es-ES" dirty="0"/>
              <a:t>Base</a:t>
            </a:r>
          </a:p>
          <a:p>
            <a:pPr marL="228600" indent="-228600">
              <a:buAutoNum type="arabicPeriod"/>
            </a:pPr>
            <a:r>
              <a:rPr lang="es-ES" dirty="0"/>
              <a:t>Led del botón</a:t>
            </a:r>
          </a:p>
          <a:p>
            <a:pPr marL="228600" indent="-228600">
              <a:buAutoNum type="arabicPeriod"/>
            </a:pPr>
            <a:r>
              <a:rPr lang="es-ES" dirty="0"/>
              <a:t>Botón</a:t>
            </a:r>
          </a:p>
          <a:p>
            <a:pPr marL="228600" indent="-228600">
              <a:buAutoNum type="arabicPeriod"/>
            </a:pPr>
            <a:r>
              <a:rPr lang="es-ES" dirty="0"/>
              <a:t>Puerto USB-c</a:t>
            </a:r>
          </a:p>
          <a:p>
            <a:pPr marL="228600" indent="-228600">
              <a:buAutoNum type="arabicPeriod"/>
            </a:pPr>
            <a:r>
              <a:rPr lang="es-ES" dirty="0"/>
              <a:t>Entrada de alimentación 5V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7BA9B-9978-453A-B878-9C5B4806D0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9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68767"/>
            <a:ext cx="9144000" cy="1635396"/>
          </a:xfrm>
        </p:spPr>
        <p:txBody>
          <a:bodyPr anchor="b"/>
          <a:lstStyle>
            <a:lvl1pPr algn="ctr">
              <a:defRPr sz="41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67230"/>
            <a:ext cx="9144000" cy="1134120"/>
          </a:xfrm>
        </p:spPr>
        <p:txBody>
          <a:bodyPr/>
          <a:lstStyle>
            <a:lvl1pPr marL="0" indent="0" algn="ctr">
              <a:buNone/>
              <a:defRPr sz="1644"/>
            </a:lvl1pPr>
            <a:lvl2pPr marL="313182" indent="0" algn="ctr">
              <a:buNone/>
              <a:defRPr sz="1370"/>
            </a:lvl2pPr>
            <a:lvl3pPr marL="626364" indent="0" algn="ctr">
              <a:buNone/>
              <a:defRPr sz="1233"/>
            </a:lvl3pPr>
            <a:lvl4pPr marL="939546" indent="0" algn="ctr">
              <a:buNone/>
              <a:defRPr sz="1096"/>
            </a:lvl4pPr>
            <a:lvl5pPr marL="1252728" indent="0" algn="ctr">
              <a:buNone/>
              <a:defRPr sz="1096"/>
            </a:lvl5pPr>
            <a:lvl6pPr marL="1565910" indent="0" algn="ctr">
              <a:buNone/>
              <a:defRPr sz="1096"/>
            </a:lvl6pPr>
            <a:lvl7pPr marL="1879092" indent="0" algn="ctr">
              <a:buNone/>
              <a:defRPr sz="1096"/>
            </a:lvl7pPr>
            <a:lvl8pPr marL="2192274" indent="0" algn="ctr">
              <a:buNone/>
              <a:defRPr sz="1096"/>
            </a:lvl8pPr>
            <a:lvl9pPr marL="2505456" indent="0" algn="ctr">
              <a:buNone/>
              <a:defRPr sz="109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6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6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171092"/>
            <a:ext cx="10515600" cy="1953993"/>
          </a:xfrm>
        </p:spPr>
        <p:txBody>
          <a:bodyPr anchor="b"/>
          <a:lstStyle>
            <a:lvl1pPr>
              <a:defRPr sz="41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43570"/>
            <a:ext cx="10515600" cy="1027559"/>
          </a:xfrm>
        </p:spPr>
        <p:txBody>
          <a:bodyPr/>
          <a:lstStyle>
            <a:lvl1pPr marL="0" indent="0">
              <a:buNone/>
              <a:defRPr sz="1644">
                <a:solidFill>
                  <a:schemeClr val="tx1">
                    <a:tint val="82000"/>
                  </a:schemeClr>
                </a:solidFill>
              </a:defRPr>
            </a:lvl1pPr>
            <a:lvl2pPr marL="313182" indent="0">
              <a:buNone/>
              <a:defRPr sz="1370">
                <a:solidFill>
                  <a:schemeClr val="tx1">
                    <a:tint val="82000"/>
                  </a:schemeClr>
                </a:solidFill>
              </a:defRPr>
            </a:lvl2pPr>
            <a:lvl3pPr marL="626364" indent="0">
              <a:buNone/>
              <a:defRPr sz="1233">
                <a:solidFill>
                  <a:schemeClr val="tx1">
                    <a:tint val="82000"/>
                  </a:schemeClr>
                </a:solidFill>
              </a:defRPr>
            </a:lvl3pPr>
            <a:lvl4pPr marL="939546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4pPr>
            <a:lvl5pPr marL="1252728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5pPr>
            <a:lvl6pPr marL="1565910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6pPr>
            <a:lvl7pPr marL="1879092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7pPr>
            <a:lvl8pPr marL="2192274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8pPr>
            <a:lvl9pPr marL="2505456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4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50469"/>
            <a:ext cx="5181600" cy="29804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50469"/>
            <a:ext cx="5181600" cy="29804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7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50094"/>
            <a:ext cx="10515600" cy="90794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51519"/>
            <a:ext cx="5157787" cy="564342"/>
          </a:xfrm>
        </p:spPr>
        <p:txBody>
          <a:bodyPr anchor="b"/>
          <a:lstStyle>
            <a:lvl1pPr marL="0" indent="0">
              <a:buNone/>
              <a:defRPr sz="1644" b="1"/>
            </a:lvl1pPr>
            <a:lvl2pPr marL="313182" indent="0">
              <a:buNone/>
              <a:defRPr sz="1370" b="1"/>
            </a:lvl2pPr>
            <a:lvl3pPr marL="626364" indent="0">
              <a:buNone/>
              <a:defRPr sz="1233" b="1"/>
            </a:lvl3pPr>
            <a:lvl4pPr marL="939546" indent="0">
              <a:buNone/>
              <a:defRPr sz="1096" b="1"/>
            </a:lvl4pPr>
            <a:lvl5pPr marL="1252728" indent="0">
              <a:buNone/>
              <a:defRPr sz="1096" b="1"/>
            </a:lvl5pPr>
            <a:lvl6pPr marL="1565910" indent="0">
              <a:buNone/>
              <a:defRPr sz="1096" b="1"/>
            </a:lvl6pPr>
            <a:lvl7pPr marL="1879092" indent="0">
              <a:buNone/>
              <a:defRPr sz="1096" b="1"/>
            </a:lvl7pPr>
            <a:lvl8pPr marL="2192274" indent="0">
              <a:buNone/>
              <a:defRPr sz="1096" b="1"/>
            </a:lvl8pPr>
            <a:lvl9pPr marL="2505456" indent="0">
              <a:buNone/>
              <a:defRPr sz="109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715861"/>
            <a:ext cx="5157787" cy="2523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51519"/>
            <a:ext cx="5183188" cy="564342"/>
          </a:xfrm>
        </p:spPr>
        <p:txBody>
          <a:bodyPr anchor="b"/>
          <a:lstStyle>
            <a:lvl1pPr marL="0" indent="0">
              <a:buNone/>
              <a:defRPr sz="1644" b="1"/>
            </a:lvl1pPr>
            <a:lvl2pPr marL="313182" indent="0">
              <a:buNone/>
              <a:defRPr sz="1370" b="1"/>
            </a:lvl2pPr>
            <a:lvl3pPr marL="626364" indent="0">
              <a:buNone/>
              <a:defRPr sz="1233" b="1"/>
            </a:lvl3pPr>
            <a:lvl4pPr marL="939546" indent="0">
              <a:buNone/>
              <a:defRPr sz="1096" b="1"/>
            </a:lvl4pPr>
            <a:lvl5pPr marL="1252728" indent="0">
              <a:buNone/>
              <a:defRPr sz="1096" b="1"/>
            </a:lvl5pPr>
            <a:lvl6pPr marL="1565910" indent="0">
              <a:buNone/>
              <a:defRPr sz="1096" b="1"/>
            </a:lvl6pPr>
            <a:lvl7pPr marL="1879092" indent="0">
              <a:buNone/>
              <a:defRPr sz="1096" b="1"/>
            </a:lvl7pPr>
            <a:lvl8pPr marL="2192274" indent="0">
              <a:buNone/>
              <a:defRPr sz="1096" b="1"/>
            </a:lvl8pPr>
            <a:lvl9pPr marL="2505456" indent="0">
              <a:buNone/>
              <a:defRPr sz="109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15861"/>
            <a:ext cx="5183188" cy="2523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6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67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13161"/>
            <a:ext cx="3932237" cy="1096063"/>
          </a:xfrm>
        </p:spPr>
        <p:txBody>
          <a:bodyPr anchor="b"/>
          <a:lstStyle>
            <a:lvl1pPr>
              <a:defRPr sz="219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76341"/>
            <a:ext cx="6172200" cy="3338208"/>
          </a:xfrm>
        </p:spPr>
        <p:txBody>
          <a:bodyPr/>
          <a:lstStyle>
            <a:lvl1pPr>
              <a:defRPr sz="2192"/>
            </a:lvl1pPr>
            <a:lvl2pPr>
              <a:defRPr sz="1918"/>
            </a:lvl2pPr>
            <a:lvl3pPr>
              <a:defRPr sz="1644"/>
            </a:lvl3pPr>
            <a:lvl4pPr>
              <a:defRPr sz="1370"/>
            </a:lvl4pPr>
            <a:lvl5pPr>
              <a:defRPr sz="1370"/>
            </a:lvl5pPr>
            <a:lvl6pPr>
              <a:defRPr sz="1370"/>
            </a:lvl6pPr>
            <a:lvl7pPr>
              <a:defRPr sz="1370"/>
            </a:lvl7pPr>
            <a:lvl8pPr>
              <a:defRPr sz="1370"/>
            </a:lvl8pPr>
            <a:lvl9pPr>
              <a:defRPr sz="137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09224"/>
            <a:ext cx="3932237" cy="2610762"/>
          </a:xfrm>
        </p:spPr>
        <p:txBody>
          <a:bodyPr/>
          <a:lstStyle>
            <a:lvl1pPr marL="0" indent="0">
              <a:buNone/>
              <a:defRPr sz="1096"/>
            </a:lvl1pPr>
            <a:lvl2pPr marL="313182" indent="0">
              <a:buNone/>
              <a:defRPr sz="959"/>
            </a:lvl2pPr>
            <a:lvl3pPr marL="626364" indent="0">
              <a:buNone/>
              <a:defRPr sz="822"/>
            </a:lvl3pPr>
            <a:lvl4pPr marL="939546" indent="0">
              <a:buNone/>
              <a:defRPr sz="685"/>
            </a:lvl4pPr>
            <a:lvl5pPr marL="1252728" indent="0">
              <a:buNone/>
              <a:defRPr sz="685"/>
            </a:lvl5pPr>
            <a:lvl6pPr marL="1565910" indent="0">
              <a:buNone/>
              <a:defRPr sz="685"/>
            </a:lvl6pPr>
            <a:lvl7pPr marL="1879092" indent="0">
              <a:buNone/>
              <a:defRPr sz="685"/>
            </a:lvl7pPr>
            <a:lvl8pPr marL="2192274" indent="0">
              <a:buNone/>
              <a:defRPr sz="685"/>
            </a:lvl8pPr>
            <a:lvl9pPr marL="2505456" indent="0">
              <a:buNone/>
              <a:defRPr sz="68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4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13161"/>
            <a:ext cx="3932237" cy="1096063"/>
          </a:xfrm>
        </p:spPr>
        <p:txBody>
          <a:bodyPr anchor="b"/>
          <a:lstStyle>
            <a:lvl1pPr>
              <a:defRPr sz="219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76341"/>
            <a:ext cx="6172200" cy="3338208"/>
          </a:xfrm>
        </p:spPr>
        <p:txBody>
          <a:bodyPr anchor="t"/>
          <a:lstStyle>
            <a:lvl1pPr marL="0" indent="0">
              <a:buNone/>
              <a:defRPr sz="2192"/>
            </a:lvl1pPr>
            <a:lvl2pPr marL="313182" indent="0">
              <a:buNone/>
              <a:defRPr sz="1918"/>
            </a:lvl2pPr>
            <a:lvl3pPr marL="626364" indent="0">
              <a:buNone/>
              <a:defRPr sz="1644"/>
            </a:lvl3pPr>
            <a:lvl4pPr marL="939546" indent="0">
              <a:buNone/>
              <a:defRPr sz="1370"/>
            </a:lvl4pPr>
            <a:lvl5pPr marL="1252728" indent="0">
              <a:buNone/>
              <a:defRPr sz="1370"/>
            </a:lvl5pPr>
            <a:lvl6pPr marL="1565910" indent="0">
              <a:buNone/>
              <a:defRPr sz="1370"/>
            </a:lvl6pPr>
            <a:lvl7pPr marL="1879092" indent="0">
              <a:buNone/>
              <a:defRPr sz="1370"/>
            </a:lvl7pPr>
            <a:lvl8pPr marL="2192274" indent="0">
              <a:buNone/>
              <a:defRPr sz="1370"/>
            </a:lvl8pPr>
            <a:lvl9pPr marL="2505456" indent="0">
              <a:buNone/>
              <a:defRPr sz="137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09224"/>
            <a:ext cx="3932237" cy="2610762"/>
          </a:xfrm>
        </p:spPr>
        <p:txBody>
          <a:bodyPr/>
          <a:lstStyle>
            <a:lvl1pPr marL="0" indent="0">
              <a:buNone/>
              <a:defRPr sz="1096"/>
            </a:lvl1pPr>
            <a:lvl2pPr marL="313182" indent="0">
              <a:buNone/>
              <a:defRPr sz="959"/>
            </a:lvl2pPr>
            <a:lvl3pPr marL="626364" indent="0">
              <a:buNone/>
              <a:defRPr sz="822"/>
            </a:lvl3pPr>
            <a:lvl4pPr marL="939546" indent="0">
              <a:buNone/>
              <a:defRPr sz="685"/>
            </a:lvl4pPr>
            <a:lvl5pPr marL="1252728" indent="0">
              <a:buNone/>
              <a:defRPr sz="685"/>
            </a:lvl5pPr>
            <a:lvl6pPr marL="1565910" indent="0">
              <a:buNone/>
              <a:defRPr sz="685"/>
            </a:lvl6pPr>
            <a:lvl7pPr marL="1879092" indent="0">
              <a:buNone/>
              <a:defRPr sz="685"/>
            </a:lvl7pPr>
            <a:lvl8pPr marL="2192274" indent="0">
              <a:buNone/>
              <a:defRPr sz="685"/>
            </a:lvl8pPr>
            <a:lvl9pPr marL="2505456" indent="0">
              <a:buNone/>
              <a:defRPr sz="68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0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1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50094"/>
            <a:ext cx="2628900" cy="398084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50094"/>
            <a:ext cx="7734300" cy="398084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98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50094"/>
            <a:ext cx="10515600" cy="90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50469"/>
            <a:ext cx="10515600" cy="2980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353806"/>
            <a:ext cx="2743200" cy="250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353806"/>
            <a:ext cx="4114800" cy="250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353806"/>
            <a:ext cx="2743200" cy="250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6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26364" rtl="0" eaLnBrk="1" latinLnBrk="0" hangingPunct="1">
        <a:lnSpc>
          <a:spcPct val="90000"/>
        </a:lnSpc>
        <a:spcBef>
          <a:spcPct val="0"/>
        </a:spcBef>
        <a:buNone/>
        <a:defRPr sz="30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591" indent="-156591" algn="l" defTabSz="626364" rtl="0" eaLnBrk="1" latinLnBrk="0" hangingPunct="1">
        <a:lnSpc>
          <a:spcPct val="90000"/>
        </a:lnSpc>
        <a:spcBef>
          <a:spcPts val="685"/>
        </a:spcBef>
        <a:buFont typeface="Arial" panose="020B0604020202020204" pitchFamily="34" charset="0"/>
        <a:buChar char="•"/>
        <a:defRPr sz="1918" kern="1200">
          <a:solidFill>
            <a:schemeClr val="tx1"/>
          </a:solidFill>
          <a:latin typeface="+mn-lt"/>
          <a:ea typeface="+mn-ea"/>
          <a:cs typeface="+mn-cs"/>
        </a:defRPr>
      </a:lvl1pPr>
      <a:lvl2pPr marL="469773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644" kern="1200">
          <a:solidFill>
            <a:schemeClr val="tx1"/>
          </a:solidFill>
          <a:latin typeface="+mn-lt"/>
          <a:ea typeface="+mn-ea"/>
          <a:cs typeface="+mn-cs"/>
        </a:defRPr>
      </a:lvl2pPr>
      <a:lvl3pPr marL="782955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96137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4pPr>
      <a:lvl5pPr marL="1409319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5pPr>
      <a:lvl6pPr marL="1722501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6pPr>
      <a:lvl7pPr marL="2035683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7pPr>
      <a:lvl8pPr marL="2348865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8pPr>
      <a:lvl9pPr marL="2662047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1pPr>
      <a:lvl2pPr marL="313182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2pPr>
      <a:lvl3pPr marL="626364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3pPr>
      <a:lvl4pPr marL="939546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4pPr>
      <a:lvl5pPr marL="1252728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5pPr>
      <a:lvl6pPr marL="1565910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6pPr>
      <a:lvl7pPr marL="1879092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7pPr>
      <a:lvl8pPr marL="2192274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8pPr>
      <a:lvl9pPr marL="2505456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950ABCA3-FB4B-6075-8B34-7F5C6E3FFAB7}"/>
              </a:ext>
            </a:extLst>
          </p:cNvPr>
          <p:cNvGrpSpPr/>
          <p:nvPr/>
        </p:nvGrpSpPr>
        <p:grpSpPr>
          <a:xfrm>
            <a:off x="617943" y="593895"/>
            <a:ext cx="11093101" cy="2400657"/>
            <a:chOff x="617943" y="270045"/>
            <a:chExt cx="11093101" cy="2400657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F1C82E41-CE32-D7DB-9A2A-7F54E8B38A25}"/>
                </a:ext>
              </a:extLst>
            </p:cNvPr>
            <p:cNvSpPr txBox="1"/>
            <p:nvPr/>
          </p:nvSpPr>
          <p:spPr>
            <a:xfrm>
              <a:off x="617943" y="270045"/>
              <a:ext cx="11093101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5000" dirty="0">
                  <a:gradFill flip="none" rotWithShape="1"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bg2">
                          <a:lumMod val="90000"/>
                        </a:schemeClr>
                      </a:gs>
                    </a:gsLst>
                    <a:lin ang="0" scaled="0"/>
                    <a:tileRect/>
                  </a:gradFill>
                  <a:latin typeface="AirbnbCereal_W_Blk Black" panose="020B0902020203020204" pitchFamily="34" charset="-18"/>
                  <a:ea typeface="AirbnbCereal_W_Blk Black" panose="020B0902020203020204" pitchFamily="34" charset="-18"/>
                  <a:cs typeface="AirbnbCereal_W_Blk Black" panose="020B0902020203020204" pitchFamily="34" charset="-18"/>
                </a:rPr>
                <a:t>STARLIGHT</a:t>
              </a:r>
              <a:endParaRPr lang="en-US" sz="150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bg2">
                        <a:lumMod val="90000"/>
                      </a:schemeClr>
                    </a:gs>
                  </a:gsLst>
                  <a:lin ang="0" scaled="0"/>
                  <a:tileRect/>
                </a:gradFill>
                <a:latin typeface="AirbnbCereal_W_Blk Black" panose="020B0902020203020204" pitchFamily="34" charset="-18"/>
                <a:ea typeface="AirbnbCereal_W_Blk Black" panose="020B0902020203020204" pitchFamily="34" charset="-18"/>
                <a:cs typeface="AirbnbCereal_W_Blk Black" panose="020B0902020203020204" pitchFamily="34" charset="-18"/>
              </a:endParaRP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6D3FE57D-0319-B33B-0635-7C898E0F47BA}"/>
                </a:ext>
              </a:extLst>
            </p:cNvPr>
            <p:cNvSpPr txBox="1"/>
            <p:nvPr/>
          </p:nvSpPr>
          <p:spPr>
            <a:xfrm>
              <a:off x="3642007" y="2301370"/>
              <a:ext cx="50449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i="1" dirty="0"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100000">
                        <a:schemeClr val="bg2">
                          <a:lumMod val="79000"/>
                        </a:schemeClr>
                      </a:gs>
                    </a:gsLst>
                    <a:lin ang="0" scaled="0"/>
                  </a:gradFill>
                  <a:latin typeface="Arial" panose="020B0604020202020204" pitchFamily="34" charset="0"/>
                  <a:cs typeface="Arial" panose="020B0604020202020204" pitchFamily="34" charset="0"/>
                </a:rPr>
                <a:t>Una lámpara estelar para una doctora galáctica</a:t>
              </a:r>
              <a:endParaRPr lang="en-US" i="1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bg2">
                        <a:lumMod val="79000"/>
                      </a:schemeClr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811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A2D28B58-BEA3-EEEE-251A-92C97898A3C5}"/>
              </a:ext>
            </a:extLst>
          </p:cNvPr>
          <p:cNvGrpSpPr/>
          <p:nvPr/>
        </p:nvGrpSpPr>
        <p:grpSpPr>
          <a:xfrm>
            <a:off x="264679" y="512941"/>
            <a:ext cx="5510293" cy="4981301"/>
            <a:chOff x="775274" y="632248"/>
            <a:chExt cx="4619687" cy="4176194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21D431B-DFBD-7AC4-7D79-DC388D45B97C}"/>
                </a:ext>
              </a:extLst>
            </p:cNvPr>
            <p:cNvGrpSpPr/>
            <p:nvPr/>
          </p:nvGrpSpPr>
          <p:grpSpPr>
            <a:xfrm>
              <a:off x="1026034" y="632248"/>
              <a:ext cx="4368927" cy="4176194"/>
              <a:chOff x="998601" y="1124712"/>
              <a:chExt cx="3644646" cy="3483864"/>
            </a:xfrm>
          </p:grpSpPr>
          <p:sp>
            <p:nvSpPr>
              <p:cNvPr id="5" name="Círculo parcial 4">
                <a:extLst>
                  <a:ext uri="{FF2B5EF4-FFF2-40B4-BE49-F238E27FC236}">
                    <a16:creationId xmlns:a16="http://schemas.microsoft.com/office/drawing/2014/main" id="{CDF859D9-9B6C-9934-5C2F-E0B247B07940}"/>
                  </a:ext>
                </a:extLst>
              </p:cNvPr>
              <p:cNvSpPr/>
              <p:nvPr/>
            </p:nvSpPr>
            <p:spPr>
              <a:xfrm>
                <a:off x="1078992" y="1124712"/>
                <a:ext cx="3483864" cy="3483864"/>
              </a:xfrm>
              <a:prstGeom prst="pie">
                <a:avLst>
                  <a:gd name="adj1" fmla="val 10795504"/>
                  <a:gd name="adj2" fmla="val 250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DDF97074-112B-6775-1F8A-982AAE9EE13B}"/>
                  </a:ext>
                </a:extLst>
              </p:cNvPr>
              <p:cNvSpPr/>
              <p:nvPr/>
            </p:nvSpPr>
            <p:spPr>
              <a:xfrm>
                <a:off x="998601" y="2861881"/>
                <a:ext cx="3644646" cy="81381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A69036B3-F80D-9D6E-7A8C-4BDD4ADEEF9B}"/>
                  </a:ext>
                </a:extLst>
              </p:cNvPr>
              <p:cNvSpPr/>
              <p:nvPr/>
            </p:nvSpPr>
            <p:spPr>
              <a:xfrm>
                <a:off x="2546699" y="2994564"/>
                <a:ext cx="548449" cy="548449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0B0A88F9-03A3-BF55-4A85-7829D9A52218}"/>
                  </a:ext>
                </a:extLst>
              </p:cNvPr>
              <p:cNvSpPr/>
              <p:nvPr/>
            </p:nvSpPr>
            <p:spPr>
              <a:xfrm>
                <a:off x="2603705" y="3051570"/>
                <a:ext cx="434436" cy="43443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D974572E-D0B2-C8F6-5C0E-09831264405A}"/>
                </a:ext>
              </a:extLst>
            </p:cNvPr>
            <p:cNvSpPr txBox="1"/>
            <p:nvPr/>
          </p:nvSpPr>
          <p:spPr>
            <a:xfrm>
              <a:off x="1824875" y="735141"/>
              <a:ext cx="32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AA0302E3-0B07-E0D8-CFAC-B9D20378AC82}"/>
                </a:ext>
              </a:extLst>
            </p:cNvPr>
            <p:cNvSpPr txBox="1"/>
            <p:nvPr/>
          </p:nvSpPr>
          <p:spPr>
            <a:xfrm>
              <a:off x="775274" y="3093458"/>
              <a:ext cx="32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5DCF93B5-37C3-CFA3-2F0D-70B146463E6F}"/>
                </a:ext>
              </a:extLst>
            </p:cNvPr>
            <p:cNvSpPr txBox="1"/>
            <p:nvPr/>
          </p:nvSpPr>
          <p:spPr>
            <a:xfrm>
              <a:off x="2662809" y="2820429"/>
              <a:ext cx="320040" cy="3096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E69D69E4-9C62-90BB-8F1A-D2DD3C70DBB9}"/>
                </a:ext>
              </a:extLst>
            </p:cNvPr>
            <p:cNvSpPr txBox="1"/>
            <p:nvPr/>
          </p:nvSpPr>
          <p:spPr>
            <a:xfrm>
              <a:off x="3050474" y="3053285"/>
              <a:ext cx="320040" cy="3096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FB12AEF-BE38-03C1-2553-61FD5BAC64D1}"/>
              </a:ext>
            </a:extLst>
          </p:cNvPr>
          <p:cNvGrpSpPr/>
          <p:nvPr/>
        </p:nvGrpSpPr>
        <p:grpSpPr>
          <a:xfrm>
            <a:off x="6607902" y="507231"/>
            <a:ext cx="5211190" cy="4981301"/>
            <a:chOff x="6472810" y="626538"/>
            <a:chExt cx="4368927" cy="4176194"/>
          </a:xfrm>
        </p:grpSpPr>
        <p:sp>
          <p:nvSpPr>
            <p:cNvPr id="12" name="Círculo parcial 11">
              <a:extLst>
                <a:ext uri="{FF2B5EF4-FFF2-40B4-BE49-F238E27FC236}">
                  <a16:creationId xmlns:a16="http://schemas.microsoft.com/office/drawing/2014/main" id="{32380130-6B18-30E0-E300-E41F872D4018}"/>
                </a:ext>
              </a:extLst>
            </p:cNvPr>
            <p:cNvSpPr/>
            <p:nvPr/>
          </p:nvSpPr>
          <p:spPr>
            <a:xfrm>
              <a:off x="6569175" y="626538"/>
              <a:ext cx="4176194" cy="4176194"/>
            </a:xfrm>
            <a:prstGeom prst="pie">
              <a:avLst>
                <a:gd name="adj1" fmla="val 10795504"/>
                <a:gd name="adj2" fmla="val 250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C6355F7C-277D-3CBE-9C3E-28C5217CE602}"/>
                </a:ext>
              </a:extLst>
            </p:cNvPr>
            <p:cNvSpPr/>
            <p:nvPr/>
          </p:nvSpPr>
          <p:spPr>
            <a:xfrm>
              <a:off x="6472810" y="2708927"/>
              <a:ext cx="4368927" cy="97554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F9FBAF84-A4AA-7A40-3A05-0D78A0145811}"/>
                </a:ext>
              </a:extLst>
            </p:cNvPr>
            <p:cNvSpPr/>
            <p:nvPr/>
          </p:nvSpPr>
          <p:spPr>
            <a:xfrm>
              <a:off x="8541936" y="3108637"/>
              <a:ext cx="230670" cy="23067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8DFFF8DB-53FE-3B3E-4C95-9E6015173CF4}"/>
                </a:ext>
              </a:extLst>
            </p:cNvPr>
            <p:cNvSpPr/>
            <p:nvPr/>
          </p:nvSpPr>
          <p:spPr>
            <a:xfrm>
              <a:off x="8607421" y="3174122"/>
              <a:ext cx="99700" cy="997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0A5597E5-488C-03E8-F58B-14EAA123F2A2}"/>
                </a:ext>
              </a:extLst>
            </p:cNvPr>
            <p:cNvSpPr/>
            <p:nvPr/>
          </p:nvSpPr>
          <p:spPr>
            <a:xfrm>
              <a:off x="7779378" y="3297606"/>
              <a:ext cx="476250" cy="165185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6D22A4F3-5DC3-C869-DE10-F8B5D9D9A3E9}"/>
                </a:ext>
              </a:extLst>
            </p:cNvPr>
            <p:cNvSpPr/>
            <p:nvPr/>
          </p:nvSpPr>
          <p:spPr>
            <a:xfrm>
              <a:off x="7811674" y="3355916"/>
              <a:ext cx="411658" cy="4856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E4ABE2EA-BB63-4228-2D51-B34F7428C871}"/>
                </a:ext>
              </a:extLst>
            </p:cNvPr>
            <p:cNvSpPr txBox="1"/>
            <p:nvPr/>
          </p:nvSpPr>
          <p:spPr>
            <a:xfrm>
              <a:off x="7514890" y="3223972"/>
              <a:ext cx="320040" cy="3096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B919F70E-781D-BD5F-6822-FF6DA836D77F}"/>
                </a:ext>
              </a:extLst>
            </p:cNvPr>
            <p:cNvSpPr txBox="1"/>
            <p:nvPr/>
          </p:nvSpPr>
          <p:spPr>
            <a:xfrm>
              <a:off x="8738873" y="3060009"/>
              <a:ext cx="320040" cy="3096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AA40C07-9A86-B26B-6EE3-3BBBC8B9D075}"/>
              </a:ext>
            </a:extLst>
          </p:cNvPr>
          <p:cNvSpPr txBox="1"/>
          <p:nvPr/>
        </p:nvSpPr>
        <p:spPr>
          <a:xfrm>
            <a:off x="2042671" y="66697"/>
            <a:ext cx="22534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Frontal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B04D1FB-F364-1A8B-862D-3FE74C69787A}"/>
              </a:ext>
            </a:extLst>
          </p:cNvPr>
          <p:cNvSpPr txBox="1"/>
          <p:nvPr/>
        </p:nvSpPr>
        <p:spPr>
          <a:xfrm>
            <a:off x="8086793" y="66697"/>
            <a:ext cx="22534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Trasera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6561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29</Words>
  <Application>Microsoft Office PowerPoint</Application>
  <PresentationFormat>Personalizado</PresentationFormat>
  <Paragraphs>17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AirbnbCereal_W_Blk Black</vt:lpstr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GUILLERMO CAMACHO VILLAR</dc:creator>
  <cp:lastModifiedBy>GUILLERMO CAMACHO VILLAR</cp:lastModifiedBy>
  <cp:revision>4</cp:revision>
  <dcterms:created xsi:type="dcterms:W3CDTF">2025-12-18T01:27:47Z</dcterms:created>
  <dcterms:modified xsi:type="dcterms:W3CDTF">2025-12-18T09:57:38Z</dcterms:modified>
</cp:coreProperties>
</file>